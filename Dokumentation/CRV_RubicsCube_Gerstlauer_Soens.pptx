
<file path=[Content_Types].xml><?xml version="1.0" encoding="utf-8"?>
<Types xmlns="http://schemas.openxmlformats.org/package/2006/content-types">
  <Default Extension="emf" ContentType="image/x-em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8" r:id="rId9"/>
    <p:sldId id="263" r:id="rId10"/>
    <p:sldId id="280" r:id="rId11"/>
    <p:sldId id="264" r:id="rId12"/>
    <p:sldId id="273" r:id="rId13"/>
    <p:sldId id="265" r:id="rId14"/>
    <p:sldId id="266" r:id="rId15"/>
    <p:sldId id="275" r:id="rId16"/>
    <p:sldId id="274" r:id="rId17"/>
    <p:sldId id="276" r:id="rId18"/>
    <p:sldId id="268" r:id="rId19"/>
    <p:sldId id="285" r:id="rId20"/>
    <p:sldId id="287" r:id="rId21"/>
    <p:sldId id="286" r:id="rId22"/>
    <p:sldId id="270" r:id="rId23"/>
  </p:sldIdLst>
  <p:sldSz cx="12192000" cy="6858000"/>
  <p:notesSz cx="12192000" cy="6858000"/>
  <p:defaultTextStyle>
    <a:defPPr lvl="0">
      <a:defRPr lang="de-DE"/>
    </a:defPPr>
    <a:lvl1pPr marL="0" lv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lvl="1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lvl="2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lvl="3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lvl="4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lvl="5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lvl="6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lvl="7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lvl="8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1A4EB"/>
    <a:srgbClr val="1691DC"/>
    <a:srgbClr val="1B0EBE"/>
    <a:srgbClr val="007296"/>
    <a:srgbClr val="1B797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577" autoAdjust="0"/>
    <p:restoredTop sz="94660" autoAdjust="0"/>
  </p:normalViewPr>
  <p:slideViewPr>
    <p:cSldViewPr snapToGrid="0">
      <p:cViewPr varScale="1">
        <p:scale>
          <a:sx n="140" d="100"/>
          <a:sy n="140" d="100"/>
        </p:scale>
        <p:origin x="1038" y="12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42392F0-C36D-4E24-B0D3-6CE759675F96}" type="datetimeFigureOut">
              <a:rPr lang="de-DE" smtClean="0"/>
              <a:t>27.01.2025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7F8426-9F69-4D52-B249-5DB4AA5F9DD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470540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Hue, Saturation, Value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7F8426-9F69-4D52-B249-5DB4AA5F9DDF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3114633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6B5FCE-A86C-9058-BA01-EBEF4CDD4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D810C657-49B4-ECB8-F293-4839FF8D5C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A5A07328-4B06-FA9A-6522-B659E29E71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Hue, Saturation, Value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0ABBE34-0AB7-28AC-03AD-FCC7B05400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7F8426-9F69-4D52-B249-5DB4AA5F9DDF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457799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9.emf"/><Relationship Id="rId5" Type="http://schemas.openxmlformats.org/officeDocument/2006/relationships/image" Target="../media/image3.emf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preserve="1" userDrawn="1">
  <p:cSld name="Titel/Untertitel mit Bild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" name="Bildplatzhalter 2"/>
          <p:cNvSpPr>
            <a:spLocks noGrp="1"/>
          </p:cNvSpPr>
          <p:nvPr>
            <p:ph type="pic" idx="15" hasCustomPrompt="1"/>
          </p:nvPr>
        </p:nvSpPr>
        <p:spPr bwMode="auto">
          <a:xfrm>
            <a:off x="0" y="1247779"/>
            <a:ext cx="12192000" cy="5610225"/>
          </a:xfrm>
          <a:prstGeom prst="rect">
            <a:avLst/>
          </a:prstGeom>
          <a:noFill/>
        </p:spPr>
        <p:txBody>
          <a:bodyPr/>
          <a:lstStyle>
            <a:lvl1pPr marL="0" indent="0" algn="ctr">
              <a:buNone/>
              <a:defRPr sz="2000" b="1">
                <a:solidFill>
                  <a:schemeClr val="tx1"/>
                </a:solidFill>
                <a:latin typeface="+mj-lt"/>
              </a:defRPr>
            </a:lvl1pPr>
            <a:lvl2pPr marL="457203" indent="0">
              <a:buNone/>
              <a:defRPr sz="2800"/>
            </a:lvl2pPr>
            <a:lvl3pPr marL="914407" indent="0">
              <a:buNone/>
              <a:defRPr sz="2400"/>
            </a:lvl3pPr>
            <a:lvl4pPr marL="1371610" indent="0">
              <a:buNone/>
              <a:defRPr sz="2000"/>
            </a:lvl4pPr>
            <a:lvl5pPr marL="1828813" indent="0">
              <a:buNone/>
              <a:defRPr sz="2000"/>
            </a:lvl5pPr>
            <a:lvl6pPr marL="2286017" indent="0">
              <a:buNone/>
              <a:defRPr sz="2000"/>
            </a:lvl6pPr>
            <a:lvl7pPr marL="2743220" indent="0">
              <a:buNone/>
              <a:defRPr sz="2000"/>
            </a:lvl7pPr>
            <a:lvl8pPr marL="3200424" indent="0">
              <a:buNone/>
              <a:defRPr sz="2000"/>
            </a:lvl8pPr>
            <a:lvl9pPr marL="3657627" indent="0">
              <a:buNone/>
              <a:defRPr sz="2000"/>
            </a:lvl9pPr>
          </a:lstStyle>
          <a:p>
            <a:pPr>
              <a:defRPr/>
            </a:pPr>
            <a:br>
              <a:rPr lang="de-DE"/>
            </a:br>
            <a:br>
              <a:rPr lang="de-DE"/>
            </a:br>
            <a:br>
              <a:rPr lang="de-DE"/>
            </a:br>
            <a:br>
              <a:rPr lang="de-DE"/>
            </a:br>
            <a:r>
              <a:rPr lang="de-DE"/>
              <a:t>Bild einfügen</a:t>
            </a:r>
            <a:endParaRPr/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auto">
          <a:xfrm>
            <a:off x="0" y="4176716"/>
            <a:ext cx="12192000" cy="2681286"/>
          </a:xfrm>
          <a:prstGeom prst="rect">
            <a:avLst/>
          </a:prstGeom>
          <a:blipFill>
            <a:blip r:embed="rId2"/>
            <a:stretch/>
          </a:blipFill>
        </p:spPr>
        <p:txBody>
          <a:bodyPr lIns="1386000" tIns="626400" rIns="612000" anchor="t" anchorCtr="0"/>
          <a:lstStyle>
            <a:lvl1pPr algn="l">
              <a:lnSpc>
                <a:spcPct val="82000"/>
              </a:lnSpc>
              <a:defRPr sz="3600" spc="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Titel der Präsentation</a:t>
            </a:r>
            <a:endParaRPr/>
          </a:p>
        </p:txBody>
      </p:sp>
      <p:grpSp>
        <p:nvGrpSpPr>
          <p:cNvPr id="27" name="Regieanweisungen"/>
          <p:cNvGrpSpPr/>
          <p:nvPr userDrawn="1"/>
        </p:nvGrpSpPr>
        <p:grpSpPr bwMode="auto">
          <a:xfrm>
            <a:off x="406400" y="-468000"/>
            <a:ext cx="14521600" cy="1980001"/>
            <a:chOff x="304800" y="-468001"/>
            <a:chExt cx="10891200" cy="1980001"/>
          </a:xfrm>
        </p:grpSpPr>
        <p:sp>
          <p:nvSpPr>
            <p:cNvPr id="28" name="Hilfslinien"/>
            <p:cNvSpPr txBox="1"/>
            <p:nvPr userDrawn="1"/>
          </p:nvSpPr>
          <p:spPr bwMode="auto">
            <a:xfrm rot="10800000" flipH="1" flipV="1">
              <a:off x="4571999" y="-468000"/>
              <a:ext cx="4265614" cy="360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b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r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Hilfslinien anzeigen über Menu: </a:t>
              </a:r>
              <a:endParaRPr/>
            </a:p>
            <a:p>
              <a:pPr marL="0" marR="0" lvl="0" indent="0" algn="r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Ansicht &gt; Anzeigen &gt;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Haken</a:t>
              </a: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bei</a:t>
              </a: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 Führungslinien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setzen</a:t>
              </a:r>
              <a:endParaRPr/>
            </a:p>
          </p:txBody>
        </p:sp>
        <p:sp>
          <p:nvSpPr>
            <p:cNvPr id="29" name="Zurücksetzen"/>
            <p:cNvSpPr txBox="1"/>
            <p:nvPr userDrawn="1"/>
          </p:nvSpPr>
          <p:spPr bwMode="auto">
            <a:xfrm rot="10800000" flipH="1" flipV="1">
              <a:off x="9252000" y="-1"/>
              <a:ext cx="1944000" cy="898525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Folie in Ursprungsform </a:t>
              </a:r>
              <a:endParaRPr/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bringen über Menu:</a:t>
              </a:r>
              <a:endParaRPr/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Start &gt; Folien &gt; Zurücksetzen</a:t>
              </a:r>
              <a:endParaRPr/>
            </a:p>
          </p:txBody>
        </p:sp>
        <p:sp>
          <p:nvSpPr>
            <p:cNvPr id="30" name="Layoutwechsel"/>
            <p:cNvSpPr txBox="1"/>
            <p:nvPr userDrawn="1"/>
          </p:nvSpPr>
          <p:spPr bwMode="auto">
            <a:xfrm rot="10800000" flipH="1" flipV="1">
              <a:off x="9252000" y="1008000"/>
              <a:ext cx="1944000" cy="504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Wechsel des Folienlayouts </a:t>
              </a:r>
              <a:br>
                <a:rPr lang="de-DE" sz="1000" b="0">
                  <a:solidFill>
                    <a:schemeClr val="tx1"/>
                  </a:solidFill>
                  <a:latin typeface="Arial"/>
                </a:rPr>
              </a:br>
              <a:r>
                <a:rPr lang="de-DE" sz="1000" b="0">
                  <a:solidFill>
                    <a:schemeClr val="tx1"/>
                  </a:solidFill>
                  <a:latin typeface="Arial"/>
                </a:rPr>
                <a:t>im Menü über:</a:t>
              </a:r>
              <a:endParaRPr/>
            </a:p>
            <a:p>
              <a:pPr marL="0" marR="0" lvl="0" indent="0" algn="l" defTabSz="251725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Start &gt; Folien &gt; Layout</a:t>
              </a:r>
              <a:endParaRPr/>
            </a:p>
          </p:txBody>
        </p:sp>
        <p:sp>
          <p:nvSpPr>
            <p:cNvPr id="37" name="Kopfzeile"/>
            <p:cNvSpPr txBox="1"/>
            <p:nvPr userDrawn="1"/>
          </p:nvSpPr>
          <p:spPr bwMode="auto">
            <a:xfrm rot="10800000" flipH="1" flipV="1">
              <a:off x="304800" y="-468001"/>
              <a:ext cx="4267199" cy="360002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b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Kopfzeile anpassen: </a:t>
              </a:r>
              <a:r>
                <a:rPr lang="de-DE" sz="1000" b="1">
                  <a:solidFill>
                    <a:schemeClr val="tx1"/>
                  </a:solidFill>
                  <a:latin typeface="Arial"/>
                </a:rPr>
                <a:t>Einfügen &gt; Text &gt; Kopf- und Fußzeile</a:t>
              </a:r>
              <a:endParaRPr/>
            </a:p>
          </p:txBody>
        </p:sp>
      </p:grpSp>
      <p:sp>
        <p:nvSpPr>
          <p:cNvPr id="10" name="Fußzeilenplatzhalter 9"/>
          <p:cNvSpPr>
            <a:spLocks noGrp="1"/>
          </p:cNvSpPr>
          <p:nvPr>
            <p:ph type="ftr" sz="quarter" idx="17"/>
          </p:nvPr>
        </p:nvSpPr>
        <p:spPr bwMode="auto">
          <a:xfrm>
            <a:off x="406401" y="6984001"/>
            <a:ext cx="7375299" cy="216000"/>
          </a:xfrm>
        </p:spPr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/>
          </a:p>
        </p:txBody>
      </p:sp>
      <p:sp>
        <p:nvSpPr>
          <p:cNvPr id="12" name="Foliennummernplatzhalter 11"/>
          <p:cNvSpPr>
            <a:spLocks noGrp="1"/>
          </p:cNvSpPr>
          <p:nvPr>
            <p:ph type="sldNum" sz="quarter" idx="18"/>
          </p:nvPr>
        </p:nvSpPr>
        <p:spPr bwMode="auto">
          <a:xfrm>
            <a:off x="9883778" y="6984001"/>
            <a:ext cx="1899711" cy="216000"/>
          </a:xfrm>
        </p:spPr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/>
              <a:t>‹Nr.›</a:t>
            </a:fld>
            <a:endParaRPr lang="de-DE"/>
          </a:p>
        </p:txBody>
      </p:sp>
      <p:sp>
        <p:nvSpPr>
          <p:cNvPr id="21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406401" y="260078"/>
            <a:ext cx="7375299" cy="252000"/>
          </a:xfrm>
        </p:spPr>
        <p:txBody>
          <a:bodyPr/>
          <a:lstStyle>
            <a:lvl1pPr>
              <a:defRPr sz="1400" spc="6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r>
              <a:rPr lang="de-DE"/>
              <a:t>Campus Sontheim</a:t>
            </a:r>
            <a:endParaRPr/>
          </a:p>
        </p:txBody>
      </p:sp>
      <p:sp>
        <p:nvSpPr>
          <p:cNvPr id="22" name="Vertikaler Textplatzhalter 2"/>
          <p:cNvSpPr>
            <a:spLocks noGrp="1"/>
          </p:cNvSpPr>
          <p:nvPr>
            <p:ph type="body" orient="vert" idx="19" hasCustomPrompt="1"/>
          </p:nvPr>
        </p:nvSpPr>
        <p:spPr bwMode="auto">
          <a:xfrm>
            <a:off x="1386000" y="5311011"/>
            <a:ext cx="10397484" cy="792000"/>
          </a:xfrm>
        </p:spPr>
        <p:txBody>
          <a:bodyPr vert="horz"/>
          <a:lstStyle>
            <a:lvl1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lang="de-DE" sz="2400" b="1" i="0" u="none" strike="noStrike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400" b="1">
                <a:solidFill>
                  <a:schemeClr val="bg1"/>
                </a:solidFill>
                <a:latin typeface="+mj-lt"/>
              </a:defRPr>
            </a:lvl2pPr>
            <a:lvl3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400" b="1">
                <a:solidFill>
                  <a:schemeClr val="bg1"/>
                </a:solidFill>
                <a:latin typeface="+mj-lt"/>
              </a:defRPr>
            </a:lvl3pPr>
            <a:lvl4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400" b="1">
                <a:solidFill>
                  <a:schemeClr val="bg1"/>
                </a:solidFill>
                <a:latin typeface="+mj-lt"/>
              </a:defRPr>
            </a:lvl4pPr>
            <a:lvl5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400" b="1">
                <a:solidFill>
                  <a:schemeClr val="bg1"/>
                </a:solidFill>
                <a:latin typeface="+mj-lt"/>
              </a:defRPr>
            </a:lvl5pPr>
            <a:lvl6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400" b="1">
                <a:solidFill>
                  <a:schemeClr val="bg1"/>
                </a:solidFill>
                <a:latin typeface="+mj-lt"/>
              </a:defRPr>
            </a:lvl6pPr>
            <a:lvl7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400" b="1">
                <a:solidFill>
                  <a:schemeClr val="bg1"/>
                </a:solidFill>
                <a:latin typeface="+mj-lt"/>
              </a:defRPr>
            </a:lvl7pPr>
            <a:lvl8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400" b="1">
                <a:solidFill>
                  <a:schemeClr val="bg1"/>
                </a:solidFill>
                <a:latin typeface="+mj-lt"/>
              </a:defRPr>
            </a:lvl8pPr>
            <a:lvl9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400" b="1">
                <a:solidFill>
                  <a:schemeClr val="bg1"/>
                </a:solidFill>
                <a:latin typeface="+mj-lt"/>
              </a:defRPr>
            </a:lvl9pPr>
          </a:lstStyle>
          <a:p>
            <a:pPr lvl="0">
              <a:defRPr/>
            </a:pPr>
            <a:r>
              <a:rPr lang="de-DE"/>
              <a:t>Thema des Referats Thema des Referats Thema des Referats Thema des Referats </a:t>
            </a:r>
            <a:endParaRPr/>
          </a:p>
        </p:txBody>
      </p:sp>
      <p:sp>
        <p:nvSpPr>
          <p:cNvPr id="23" name="Vertikaler Textplatzhalter 2"/>
          <p:cNvSpPr>
            <a:spLocks noGrp="1"/>
          </p:cNvSpPr>
          <p:nvPr>
            <p:ph type="body" orient="vert" idx="20" hasCustomPrompt="1"/>
          </p:nvPr>
        </p:nvSpPr>
        <p:spPr bwMode="auto">
          <a:xfrm>
            <a:off x="1386000" y="6372000"/>
            <a:ext cx="10397489" cy="252000"/>
          </a:xfrm>
        </p:spPr>
        <p:txBody>
          <a:bodyPr vert="horz"/>
          <a:lstStyle>
            <a:lvl1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300" b="1" spc="60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300" b="1" spc="60">
                <a:solidFill>
                  <a:schemeClr val="bg1"/>
                </a:solidFill>
                <a:latin typeface="+mj-lt"/>
              </a:defRPr>
            </a:lvl2pPr>
            <a:lvl3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300" b="1" spc="60">
                <a:solidFill>
                  <a:schemeClr val="bg1"/>
                </a:solidFill>
                <a:latin typeface="+mj-lt"/>
              </a:defRPr>
            </a:lvl3pPr>
            <a:lvl4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300" b="1" spc="60">
                <a:solidFill>
                  <a:schemeClr val="bg1"/>
                </a:solidFill>
                <a:latin typeface="+mj-lt"/>
              </a:defRPr>
            </a:lvl4pPr>
            <a:lvl5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300" b="1" spc="60">
                <a:solidFill>
                  <a:schemeClr val="bg1"/>
                </a:solidFill>
                <a:latin typeface="+mj-lt"/>
              </a:defRPr>
            </a:lvl5pPr>
            <a:lvl6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300" b="1" spc="60">
                <a:solidFill>
                  <a:schemeClr val="bg1"/>
                </a:solidFill>
                <a:latin typeface="+mj-lt"/>
              </a:defRPr>
            </a:lvl6pPr>
            <a:lvl7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300" b="1" spc="60">
                <a:solidFill>
                  <a:schemeClr val="bg1"/>
                </a:solidFill>
                <a:latin typeface="+mj-lt"/>
              </a:defRPr>
            </a:lvl7pPr>
            <a:lvl8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300" b="1" spc="60">
                <a:solidFill>
                  <a:schemeClr val="bg1"/>
                </a:solidFill>
                <a:latin typeface="+mj-lt"/>
              </a:defRPr>
            </a:lvl8pPr>
            <a:lvl9pPr marL="0" indent="0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300" b="1" spc="60">
                <a:solidFill>
                  <a:schemeClr val="bg1"/>
                </a:solidFill>
                <a:latin typeface="+mj-lt"/>
              </a:defRPr>
            </a:lvl9pPr>
          </a:lstStyle>
          <a:p>
            <a:pPr>
              <a:defRPr/>
            </a:pPr>
            <a:r>
              <a:rPr lang="de-DE" dirty="0"/>
              <a:t>Systems Engineering Management |   Automotive Systems Engineering HHN   |   WS23/24</a:t>
            </a:r>
          </a:p>
        </p:txBody>
      </p:sp>
      <p:pic>
        <p:nvPicPr>
          <p:cNvPr id="17" name="Logo HHN"/>
          <p:cNvPicPr>
            <a:picLocks noChangeAspect="1"/>
          </p:cNvPicPr>
          <p:nvPr userDrawn="1"/>
        </p:nvPicPr>
        <p:blipFill>
          <a:blip r:embed="rId3"/>
          <a:stretch/>
        </p:blipFill>
        <p:spPr bwMode="auto">
          <a:xfrm>
            <a:off x="9717084" y="305319"/>
            <a:ext cx="2066400" cy="697790"/>
          </a:xfrm>
          <a:prstGeom prst="rect">
            <a:avLst/>
          </a:prstGeom>
        </p:spPr>
      </p:pic>
      <p:sp>
        <p:nvSpPr>
          <p:cNvPr id="18" name="Vertikaler Textplatzhalter 2"/>
          <p:cNvSpPr>
            <a:spLocks noGrp="1" noChangeAspect="1"/>
          </p:cNvSpPr>
          <p:nvPr>
            <p:ph type="body" orient="vert" idx="21" hasCustomPrompt="1"/>
          </p:nvPr>
        </p:nvSpPr>
        <p:spPr bwMode="auto">
          <a:xfrm>
            <a:off x="1152000" y="4904882"/>
            <a:ext cx="128025" cy="204840"/>
          </a:xfrm>
          <a:prstGeom prst="rect">
            <a:avLst/>
          </a:prstGeom>
          <a:blipFill>
            <a:blip r:embed="rId4"/>
            <a:stretch/>
          </a:blipFill>
        </p:spPr>
        <p:txBody>
          <a:bodyPr vert="horz" wrap="none" tIns="7200" rIns="2574000"/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1000" b="1" cap="all">
                <a:solidFill>
                  <a:schemeClr val="tx1"/>
                </a:solidFill>
                <a:latin typeface="+mj-lt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 cap="all">
                <a:solidFill>
                  <a:schemeClr val="tx1"/>
                </a:solidFill>
                <a:latin typeface="+mj-lt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1000" b="1" cap="all">
                <a:solidFill>
                  <a:schemeClr val="tx1"/>
                </a:solidFill>
                <a:latin typeface="+mj-lt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1000" b="1" cap="all">
                <a:solidFill>
                  <a:schemeClr val="tx1"/>
                </a:solidFill>
                <a:latin typeface="+mj-lt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 cap="all">
                <a:solidFill>
                  <a:schemeClr val="tx1"/>
                </a:solidFill>
                <a:latin typeface="+mj-lt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 cap="all">
                <a:solidFill>
                  <a:schemeClr val="tx1"/>
                </a:solidFill>
                <a:latin typeface="+mj-lt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1000" b="1" cap="all">
                <a:solidFill>
                  <a:schemeClr val="tx1"/>
                </a:solidFill>
                <a:latin typeface="+mj-lt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1000" b="1" cap="all">
                <a:solidFill>
                  <a:schemeClr val="tx1"/>
                </a:solidFill>
                <a:latin typeface="+mj-lt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1000" b="1" cap="all">
                <a:solidFill>
                  <a:schemeClr val="tx1"/>
                </a:solidFill>
                <a:latin typeface="+mj-lt"/>
              </a:defRPr>
            </a:lvl9pPr>
          </a:lstStyle>
          <a:p>
            <a:pPr lvl="0">
              <a:defRPr/>
            </a:pPr>
            <a:r>
              <a:rPr lang="de-DE"/>
              <a:t>Bitte nicht</a:t>
            </a:r>
            <a:br>
              <a:rPr lang="de-DE"/>
            </a:br>
            <a:r>
              <a:rPr lang="de-DE"/>
              <a:t>verschieben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preserve="1" userDrawn="1">
  <p:cSld name="Titel mit Bild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" name="Bildplatzhalter 2"/>
          <p:cNvSpPr>
            <a:spLocks noGrp="1"/>
          </p:cNvSpPr>
          <p:nvPr>
            <p:ph type="pic" idx="15" hasCustomPrompt="1"/>
          </p:nvPr>
        </p:nvSpPr>
        <p:spPr bwMode="auto">
          <a:xfrm>
            <a:off x="0" y="1247779"/>
            <a:ext cx="12192000" cy="5610225"/>
          </a:xfrm>
          <a:prstGeom prst="rect">
            <a:avLst/>
          </a:prstGeom>
          <a:noFill/>
        </p:spPr>
        <p:txBody>
          <a:bodyPr/>
          <a:lstStyle>
            <a:lvl1pPr marL="0" indent="0" algn="ctr">
              <a:buNone/>
              <a:defRPr sz="2000" b="1">
                <a:solidFill>
                  <a:schemeClr val="tx1"/>
                </a:solidFill>
                <a:latin typeface="+mj-lt"/>
              </a:defRPr>
            </a:lvl1pPr>
            <a:lvl2pPr marL="457203" indent="0">
              <a:buNone/>
              <a:defRPr sz="2800"/>
            </a:lvl2pPr>
            <a:lvl3pPr marL="914407" indent="0">
              <a:buNone/>
              <a:defRPr sz="2400"/>
            </a:lvl3pPr>
            <a:lvl4pPr marL="1371610" indent="0">
              <a:buNone/>
              <a:defRPr sz="2000"/>
            </a:lvl4pPr>
            <a:lvl5pPr marL="1828813" indent="0">
              <a:buNone/>
              <a:defRPr sz="2000"/>
            </a:lvl5pPr>
            <a:lvl6pPr marL="2286017" indent="0">
              <a:buNone/>
              <a:defRPr sz="2000"/>
            </a:lvl6pPr>
            <a:lvl7pPr marL="2743220" indent="0">
              <a:buNone/>
              <a:defRPr sz="2000"/>
            </a:lvl7pPr>
            <a:lvl8pPr marL="3200424" indent="0">
              <a:buNone/>
              <a:defRPr sz="2000"/>
            </a:lvl8pPr>
            <a:lvl9pPr marL="3657627" indent="0">
              <a:buNone/>
              <a:defRPr sz="2000"/>
            </a:lvl9pPr>
          </a:lstStyle>
          <a:p>
            <a:pPr>
              <a:defRPr/>
            </a:pPr>
            <a:br>
              <a:rPr lang="de-DE"/>
            </a:br>
            <a:br>
              <a:rPr lang="de-DE"/>
            </a:br>
            <a:br>
              <a:rPr lang="de-DE"/>
            </a:br>
            <a:br>
              <a:rPr lang="de-DE"/>
            </a:br>
            <a:r>
              <a:rPr lang="de-DE"/>
              <a:t>Bild einfügen</a:t>
            </a:r>
            <a:endParaRPr/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auto">
          <a:xfrm>
            <a:off x="0" y="4176716"/>
            <a:ext cx="12192000" cy="2681286"/>
          </a:xfrm>
          <a:prstGeom prst="rect">
            <a:avLst/>
          </a:prstGeom>
          <a:blipFill>
            <a:blip r:embed="rId2"/>
            <a:stretch/>
          </a:blipFill>
        </p:spPr>
        <p:txBody>
          <a:bodyPr lIns="1386000" tIns="626400" rIns="612000" anchor="t" anchorCtr="0"/>
          <a:lstStyle>
            <a:lvl1pPr algn="l">
              <a:lnSpc>
                <a:spcPct val="82000"/>
              </a:lnSpc>
              <a:defRPr sz="5050" spc="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Titel der Präsentation</a:t>
            </a:r>
            <a:endParaRPr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406401" y="260078"/>
            <a:ext cx="7375299" cy="252000"/>
          </a:xfrm>
        </p:spPr>
        <p:txBody>
          <a:bodyPr/>
          <a:lstStyle>
            <a:lvl1pPr>
              <a:defRPr sz="1400" spc="6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r>
              <a:rPr lang="de-DE"/>
              <a:t>Campus Sontheim</a:t>
            </a:r>
            <a:endParaRPr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 bwMode="auto">
          <a:xfrm>
            <a:off x="1386000" y="6372000"/>
            <a:ext cx="10398013" cy="252000"/>
          </a:xfrm>
        </p:spPr>
        <p:txBody>
          <a:bodyPr/>
          <a:lstStyle>
            <a:lvl1pPr>
              <a:defRPr sz="1300" b="1" spc="60">
                <a:solidFill>
                  <a:schemeClr val="bg1"/>
                </a:solidFill>
                <a:latin typeface="+mj-lt"/>
              </a:defRPr>
            </a:lvl1pPr>
          </a:lstStyle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grpSp>
        <p:nvGrpSpPr>
          <p:cNvPr id="27" name="Regieanweisungen"/>
          <p:cNvGrpSpPr/>
          <p:nvPr userDrawn="1"/>
        </p:nvGrpSpPr>
        <p:grpSpPr bwMode="auto">
          <a:xfrm>
            <a:off x="406400" y="-468000"/>
            <a:ext cx="14521600" cy="7668001"/>
            <a:chOff x="304800" y="-468001"/>
            <a:chExt cx="10891200" cy="7668001"/>
          </a:xfrm>
        </p:grpSpPr>
        <p:sp>
          <p:nvSpPr>
            <p:cNvPr id="28" name="Hilfslinien"/>
            <p:cNvSpPr txBox="1"/>
            <p:nvPr userDrawn="1"/>
          </p:nvSpPr>
          <p:spPr bwMode="auto">
            <a:xfrm rot="10800000" flipH="1" flipV="1">
              <a:off x="4571999" y="-468000"/>
              <a:ext cx="4265614" cy="360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b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r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Hilfslinien anzeigen über Menu: </a:t>
              </a:r>
              <a:endParaRPr/>
            </a:p>
            <a:p>
              <a:pPr marL="0" marR="0" lvl="0" indent="0" algn="r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Ansicht &gt; Anzeigen &gt;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Haken</a:t>
              </a: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bei</a:t>
              </a: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 Führungslinien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setzen</a:t>
              </a:r>
              <a:endParaRPr/>
            </a:p>
          </p:txBody>
        </p:sp>
        <p:sp>
          <p:nvSpPr>
            <p:cNvPr id="29" name="Zurücksetzen"/>
            <p:cNvSpPr txBox="1"/>
            <p:nvPr userDrawn="1"/>
          </p:nvSpPr>
          <p:spPr bwMode="auto">
            <a:xfrm rot="10800000" flipH="1" flipV="1">
              <a:off x="9252000" y="-1"/>
              <a:ext cx="1944000" cy="898525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Folie in Ursprungsform </a:t>
              </a:r>
              <a:endParaRPr/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bringen über Menu:</a:t>
              </a:r>
              <a:endParaRPr/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Start &gt; Folien &gt; Zurücksetzen</a:t>
              </a:r>
              <a:endParaRPr/>
            </a:p>
          </p:txBody>
        </p:sp>
        <p:sp>
          <p:nvSpPr>
            <p:cNvPr id="30" name="Layoutwechsel"/>
            <p:cNvSpPr txBox="1"/>
            <p:nvPr userDrawn="1"/>
          </p:nvSpPr>
          <p:spPr bwMode="auto">
            <a:xfrm rot="10800000" flipH="1" flipV="1">
              <a:off x="9252000" y="1008000"/>
              <a:ext cx="1944000" cy="504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Wechsel des Folienlayouts </a:t>
              </a:r>
              <a:br>
                <a:rPr lang="de-DE" sz="1000" b="0">
                  <a:solidFill>
                    <a:schemeClr val="tx1"/>
                  </a:solidFill>
                  <a:latin typeface="Arial"/>
                </a:rPr>
              </a:br>
              <a:r>
                <a:rPr lang="de-DE" sz="1000" b="0">
                  <a:solidFill>
                    <a:schemeClr val="tx1"/>
                  </a:solidFill>
                  <a:latin typeface="Arial"/>
                </a:rPr>
                <a:t>im Menü über:</a:t>
              </a:r>
              <a:endParaRPr/>
            </a:p>
            <a:p>
              <a:pPr marL="0" marR="0" lvl="0" indent="0" algn="l" defTabSz="251725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Start &gt; Folien &gt; Layout</a:t>
              </a:r>
              <a:endParaRPr/>
            </a:p>
          </p:txBody>
        </p:sp>
        <p:sp>
          <p:nvSpPr>
            <p:cNvPr id="36" name="Fußzeile"/>
            <p:cNvSpPr txBox="1"/>
            <p:nvPr userDrawn="1"/>
          </p:nvSpPr>
          <p:spPr bwMode="auto">
            <a:xfrm rot="10800000" flipH="1" flipV="1">
              <a:off x="304801" y="6984000"/>
              <a:ext cx="5531474" cy="216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Fußzeile anpassen: </a:t>
              </a:r>
              <a:r>
                <a:rPr lang="de-DE" sz="1000" b="1">
                  <a:solidFill>
                    <a:schemeClr val="tx1"/>
                  </a:solidFill>
                  <a:latin typeface="Arial"/>
                </a:rPr>
                <a:t>Einfügen &gt; Text &gt; Kopf- und Fußzeile</a:t>
              </a:r>
              <a:endParaRPr/>
            </a:p>
          </p:txBody>
        </p:sp>
        <p:sp>
          <p:nvSpPr>
            <p:cNvPr id="37" name="Kopfzeile"/>
            <p:cNvSpPr txBox="1"/>
            <p:nvPr userDrawn="1"/>
          </p:nvSpPr>
          <p:spPr bwMode="auto">
            <a:xfrm rot="10800000" flipH="1" flipV="1">
              <a:off x="304800" y="-468001"/>
              <a:ext cx="4267199" cy="360002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b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Kopfzeile anpassen: </a:t>
              </a:r>
              <a:r>
                <a:rPr lang="de-DE" sz="1000" b="1">
                  <a:solidFill>
                    <a:schemeClr val="tx1"/>
                  </a:solidFill>
                  <a:latin typeface="Arial"/>
                </a:rPr>
                <a:t>Einfügen &gt; Text &gt; Kopf- und Fußzeile</a:t>
              </a:r>
              <a:endParaRPr/>
            </a:p>
          </p:txBody>
        </p:sp>
      </p:grpSp>
      <p:pic>
        <p:nvPicPr>
          <p:cNvPr id="17" name="Logo HHN"/>
          <p:cNvPicPr>
            <a:picLocks noChangeAspect="1"/>
          </p:cNvPicPr>
          <p:nvPr userDrawn="1"/>
        </p:nvPicPr>
        <p:blipFill>
          <a:blip r:embed="rId3"/>
          <a:stretch/>
        </p:blipFill>
        <p:spPr bwMode="auto">
          <a:xfrm>
            <a:off x="9717084" y="305319"/>
            <a:ext cx="2066400" cy="697790"/>
          </a:xfrm>
          <a:prstGeom prst="rect">
            <a:avLst/>
          </a:prstGeom>
        </p:spPr>
      </p:pic>
      <p:sp>
        <p:nvSpPr>
          <p:cNvPr id="18" name="Vertikaler Textplatzhalter 2"/>
          <p:cNvSpPr>
            <a:spLocks noGrp="1" noChangeAspect="1"/>
          </p:cNvSpPr>
          <p:nvPr>
            <p:ph type="body" orient="vert" idx="13" hasCustomPrompt="1"/>
          </p:nvPr>
        </p:nvSpPr>
        <p:spPr bwMode="auto">
          <a:xfrm>
            <a:off x="1026073" y="4914407"/>
            <a:ext cx="180000" cy="288000"/>
          </a:xfrm>
          <a:prstGeom prst="rect">
            <a:avLst/>
          </a:prstGeom>
          <a:blipFill>
            <a:blip r:embed="rId4"/>
            <a:stretch/>
          </a:blipFill>
        </p:spPr>
        <p:txBody>
          <a:bodyPr vert="horz" wrap="none" rIns="2376000"/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1000" b="1" cap="all">
                <a:solidFill>
                  <a:schemeClr val="tx1"/>
                </a:solidFill>
                <a:latin typeface="+mj-lt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 cap="all">
                <a:solidFill>
                  <a:schemeClr val="tx1"/>
                </a:solidFill>
                <a:latin typeface="+mj-lt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1000" b="1" cap="all">
                <a:solidFill>
                  <a:schemeClr val="tx1"/>
                </a:solidFill>
                <a:latin typeface="+mj-lt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1000" b="1" cap="all">
                <a:solidFill>
                  <a:schemeClr val="tx1"/>
                </a:solidFill>
                <a:latin typeface="+mj-lt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 cap="all">
                <a:solidFill>
                  <a:schemeClr val="tx1"/>
                </a:solidFill>
                <a:latin typeface="+mj-lt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 cap="all">
                <a:solidFill>
                  <a:schemeClr val="tx1"/>
                </a:solidFill>
                <a:latin typeface="+mj-lt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1000" b="1" cap="all">
                <a:solidFill>
                  <a:schemeClr val="tx1"/>
                </a:solidFill>
                <a:latin typeface="+mj-lt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1000" b="1" cap="all">
                <a:solidFill>
                  <a:schemeClr val="tx1"/>
                </a:solidFill>
                <a:latin typeface="+mj-lt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1000" b="1" cap="all">
                <a:solidFill>
                  <a:schemeClr val="tx1"/>
                </a:solidFill>
                <a:latin typeface="+mj-lt"/>
              </a:defRPr>
            </a:lvl9pPr>
          </a:lstStyle>
          <a:p>
            <a:pPr lvl="0">
              <a:defRPr/>
            </a:pPr>
            <a:r>
              <a:rPr lang="de-DE"/>
              <a:t>Bitte nicht</a:t>
            </a:r>
            <a:br>
              <a:rPr lang="de-DE"/>
            </a:br>
            <a:r>
              <a:rPr lang="de-DE"/>
              <a:t>verschieben</a:t>
            </a:r>
            <a:endParaRPr/>
          </a:p>
        </p:txBody>
      </p:sp>
      <p:sp>
        <p:nvSpPr>
          <p:cNvPr id="20" name="Foliennummernplatzhalter 10"/>
          <p:cNvSpPr>
            <a:spLocks noGrp="1"/>
          </p:cNvSpPr>
          <p:nvPr>
            <p:ph type="sldNum" sz="quarter" idx="12"/>
          </p:nvPr>
        </p:nvSpPr>
        <p:spPr bwMode="auto">
          <a:xfrm>
            <a:off x="9883778" y="6984000"/>
            <a:ext cx="1899711" cy="2160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/>
              <a:t>‹Nr.›</a:t>
            </a:fld>
            <a:endParaRPr lang="de-DE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preserve="1" userDrawn="1">
  <p:cSld name="Titel mit Bild INSTITUTS-LOG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" name="Bildplatzhalter 2"/>
          <p:cNvSpPr>
            <a:spLocks noGrp="1"/>
          </p:cNvSpPr>
          <p:nvPr>
            <p:ph type="pic" idx="15" hasCustomPrompt="1"/>
          </p:nvPr>
        </p:nvSpPr>
        <p:spPr bwMode="auto">
          <a:xfrm>
            <a:off x="0" y="1247779"/>
            <a:ext cx="12192000" cy="5610225"/>
          </a:xfrm>
          <a:prstGeom prst="rect">
            <a:avLst/>
          </a:prstGeom>
          <a:noFill/>
        </p:spPr>
        <p:txBody>
          <a:bodyPr/>
          <a:lstStyle>
            <a:lvl1pPr marL="0" indent="0" algn="ctr">
              <a:buNone/>
              <a:defRPr sz="2000" b="1">
                <a:solidFill>
                  <a:schemeClr val="tx1"/>
                </a:solidFill>
                <a:latin typeface="+mj-lt"/>
              </a:defRPr>
            </a:lvl1pPr>
            <a:lvl2pPr marL="457203" indent="0">
              <a:buNone/>
              <a:defRPr sz="2800"/>
            </a:lvl2pPr>
            <a:lvl3pPr marL="914407" indent="0">
              <a:buNone/>
              <a:defRPr sz="2400"/>
            </a:lvl3pPr>
            <a:lvl4pPr marL="1371610" indent="0">
              <a:buNone/>
              <a:defRPr sz="2000"/>
            </a:lvl4pPr>
            <a:lvl5pPr marL="1828813" indent="0">
              <a:buNone/>
              <a:defRPr sz="2000"/>
            </a:lvl5pPr>
            <a:lvl6pPr marL="2286017" indent="0">
              <a:buNone/>
              <a:defRPr sz="2000"/>
            </a:lvl6pPr>
            <a:lvl7pPr marL="2743220" indent="0">
              <a:buNone/>
              <a:defRPr sz="2000"/>
            </a:lvl7pPr>
            <a:lvl8pPr marL="3200424" indent="0">
              <a:buNone/>
              <a:defRPr sz="2000"/>
            </a:lvl8pPr>
            <a:lvl9pPr marL="3657627" indent="0">
              <a:buNone/>
              <a:defRPr sz="2000"/>
            </a:lvl9pPr>
          </a:lstStyle>
          <a:p>
            <a:pPr>
              <a:defRPr/>
            </a:pP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Bild einfügen</a:t>
            </a:r>
            <a:endParaRPr dirty="0"/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auto">
          <a:xfrm>
            <a:off x="0" y="4176716"/>
            <a:ext cx="12192000" cy="2681286"/>
          </a:xfrm>
          <a:prstGeom prst="rect">
            <a:avLst/>
          </a:prstGeom>
          <a:blipFill>
            <a:blip r:embed="rId2"/>
            <a:stretch/>
          </a:blipFill>
        </p:spPr>
        <p:txBody>
          <a:bodyPr lIns="1386000" tIns="626400" rIns="612000" anchor="t" anchorCtr="0"/>
          <a:lstStyle>
            <a:lvl1pPr algn="l">
              <a:lnSpc>
                <a:spcPct val="82000"/>
              </a:lnSpc>
              <a:defRPr sz="5050" spc="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Titel der Präsentation</a:t>
            </a:r>
            <a:endParaRPr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406401" y="-359999"/>
            <a:ext cx="7375299" cy="252000"/>
          </a:xfrm>
        </p:spPr>
        <p:txBody>
          <a:bodyPr/>
          <a:lstStyle>
            <a:lvl1pPr>
              <a:defRPr sz="1400" spc="6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r>
              <a:rPr lang="de-DE"/>
              <a:t>Campus Sontheim</a:t>
            </a:r>
            <a:endParaRPr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 bwMode="auto">
          <a:xfrm>
            <a:off x="1386000" y="6372000"/>
            <a:ext cx="10397484" cy="252000"/>
          </a:xfrm>
        </p:spPr>
        <p:txBody>
          <a:bodyPr/>
          <a:lstStyle>
            <a:lvl1pPr>
              <a:defRPr sz="1300" b="1" spc="60">
                <a:solidFill>
                  <a:schemeClr val="bg1"/>
                </a:solidFill>
                <a:latin typeface="+mj-lt"/>
              </a:defRPr>
            </a:lvl1pPr>
          </a:lstStyle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grpSp>
        <p:nvGrpSpPr>
          <p:cNvPr id="27" name="Regieanweisungen"/>
          <p:cNvGrpSpPr/>
          <p:nvPr userDrawn="1"/>
        </p:nvGrpSpPr>
        <p:grpSpPr bwMode="auto">
          <a:xfrm>
            <a:off x="406400" y="-468000"/>
            <a:ext cx="14521600" cy="7668001"/>
            <a:chOff x="304800" y="-468000"/>
            <a:chExt cx="10891200" cy="7668000"/>
          </a:xfrm>
        </p:grpSpPr>
        <p:sp>
          <p:nvSpPr>
            <p:cNvPr id="28" name="Hilfslinien"/>
            <p:cNvSpPr txBox="1"/>
            <p:nvPr userDrawn="1"/>
          </p:nvSpPr>
          <p:spPr bwMode="auto">
            <a:xfrm rot="10800000" flipH="1" flipV="1">
              <a:off x="4571999" y="-468000"/>
              <a:ext cx="4265614" cy="360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b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r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Hilfslinien anzeigen über Menu: </a:t>
              </a:r>
              <a:endParaRPr/>
            </a:p>
            <a:p>
              <a:pPr marL="0" marR="0" lvl="0" indent="0" algn="r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Ansicht &gt; Anzeigen &gt;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Haken</a:t>
              </a: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bei</a:t>
              </a: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 Führungslinien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setzen</a:t>
              </a:r>
              <a:endParaRPr/>
            </a:p>
          </p:txBody>
        </p:sp>
        <p:sp>
          <p:nvSpPr>
            <p:cNvPr id="29" name="Zurücksetzen"/>
            <p:cNvSpPr txBox="1"/>
            <p:nvPr userDrawn="1"/>
          </p:nvSpPr>
          <p:spPr bwMode="auto">
            <a:xfrm rot="10800000" flipH="1" flipV="1">
              <a:off x="9252000" y="-1"/>
              <a:ext cx="1944000" cy="898525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Folie in Ursprungsform </a:t>
              </a:r>
              <a:endParaRPr/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bringen über Menu:</a:t>
              </a:r>
              <a:endParaRPr/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Start &gt; Folien &gt; Zurücksetzen</a:t>
              </a:r>
              <a:endParaRPr/>
            </a:p>
          </p:txBody>
        </p:sp>
        <p:sp>
          <p:nvSpPr>
            <p:cNvPr id="30" name="Layoutwechsel"/>
            <p:cNvSpPr txBox="1"/>
            <p:nvPr userDrawn="1"/>
          </p:nvSpPr>
          <p:spPr bwMode="auto">
            <a:xfrm rot="10800000" flipH="1" flipV="1">
              <a:off x="9252000" y="1008000"/>
              <a:ext cx="1944000" cy="504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Wechsel des Folienlayouts </a:t>
              </a:r>
              <a:br>
                <a:rPr lang="de-DE" sz="1000" b="0">
                  <a:solidFill>
                    <a:schemeClr val="tx1"/>
                  </a:solidFill>
                  <a:latin typeface="Arial"/>
                </a:rPr>
              </a:br>
              <a:r>
                <a:rPr lang="de-DE" sz="1000" b="0">
                  <a:solidFill>
                    <a:schemeClr val="tx1"/>
                  </a:solidFill>
                  <a:latin typeface="Arial"/>
                </a:rPr>
                <a:t>im Menü über:</a:t>
              </a:r>
              <a:endParaRPr/>
            </a:p>
            <a:p>
              <a:pPr marL="0" marR="0" lvl="0" indent="0" algn="l" defTabSz="251725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Start &gt; Folien &gt; Layout</a:t>
              </a:r>
              <a:endParaRPr/>
            </a:p>
          </p:txBody>
        </p:sp>
        <p:sp>
          <p:nvSpPr>
            <p:cNvPr id="36" name="Fußzeile"/>
            <p:cNvSpPr txBox="1"/>
            <p:nvPr userDrawn="1"/>
          </p:nvSpPr>
          <p:spPr bwMode="auto">
            <a:xfrm rot="10800000" flipH="1" flipV="1">
              <a:off x="304800" y="6984000"/>
              <a:ext cx="5531475" cy="216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Fußzeile anpassen: </a:t>
              </a:r>
              <a:r>
                <a:rPr lang="de-DE" sz="1000" b="1">
                  <a:solidFill>
                    <a:schemeClr val="tx1"/>
                  </a:solidFill>
                  <a:latin typeface="Arial"/>
                </a:rPr>
                <a:t>Einfügen &gt; Text &gt; Kopf- und Fußzeile</a:t>
              </a:r>
              <a:endParaRPr/>
            </a:p>
          </p:txBody>
        </p:sp>
      </p:grpSp>
      <p:pic>
        <p:nvPicPr>
          <p:cNvPr id="21" name="Logo HHN"/>
          <p:cNvPicPr>
            <a:picLocks noChangeAspect="1"/>
          </p:cNvPicPr>
          <p:nvPr userDrawn="1"/>
        </p:nvPicPr>
        <p:blipFill>
          <a:blip r:embed="rId3"/>
          <a:stretch/>
        </p:blipFill>
        <p:spPr bwMode="auto">
          <a:xfrm>
            <a:off x="9717084" y="305319"/>
            <a:ext cx="2066400" cy="697790"/>
          </a:xfrm>
          <a:prstGeom prst="rect">
            <a:avLst/>
          </a:prstGeom>
        </p:spPr>
      </p:pic>
      <p:sp>
        <p:nvSpPr>
          <p:cNvPr id="24" name="Vertikaler Textplatzhalter 2"/>
          <p:cNvSpPr>
            <a:spLocks noGrp="1" noChangeAspect="1"/>
          </p:cNvSpPr>
          <p:nvPr>
            <p:ph type="body" orient="vert" idx="20" hasCustomPrompt="1"/>
          </p:nvPr>
        </p:nvSpPr>
        <p:spPr bwMode="auto">
          <a:xfrm>
            <a:off x="1026000" y="4914405"/>
            <a:ext cx="180000" cy="288000"/>
          </a:xfrm>
          <a:prstGeom prst="rect">
            <a:avLst/>
          </a:prstGeom>
          <a:blipFill>
            <a:blip r:embed="rId4"/>
            <a:stretch/>
          </a:blipFill>
        </p:spPr>
        <p:txBody>
          <a:bodyPr vert="horz" wrap="none" rIns="2376000"/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1000" b="1" cap="all">
                <a:solidFill>
                  <a:schemeClr val="tx1"/>
                </a:solidFill>
                <a:latin typeface="+mj-lt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 cap="all">
                <a:solidFill>
                  <a:schemeClr val="tx1"/>
                </a:solidFill>
                <a:latin typeface="+mj-lt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1000" b="1" cap="all">
                <a:solidFill>
                  <a:schemeClr val="tx1"/>
                </a:solidFill>
                <a:latin typeface="+mj-lt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1000" b="1" cap="all">
                <a:solidFill>
                  <a:schemeClr val="tx1"/>
                </a:solidFill>
                <a:latin typeface="+mj-lt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 cap="all">
                <a:solidFill>
                  <a:schemeClr val="tx1"/>
                </a:solidFill>
                <a:latin typeface="+mj-lt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 cap="all">
                <a:solidFill>
                  <a:schemeClr val="tx1"/>
                </a:solidFill>
                <a:latin typeface="+mj-lt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1000" b="1" cap="all">
                <a:solidFill>
                  <a:schemeClr val="tx1"/>
                </a:solidFill>
                <a:latin typeface="+mj-lt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1000" b="1" cap="all">
                <a:solidFill>
                  <a:schemeClr val="tx1"/>
                </a:solidFill>
                <a:latin typeface="+mj-lt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1000" b="1" cap="all">
                <a:solidFill>
                  <a:schemeClr val="tx1"/>
                </a:solidFill>
                <a:latin typeface="+mj-lt"/>
              </a:defRPr>
            </a:lvl9pPr>
          </a:lstStyle>
          <a:p>
            <a:pPr lvl="0">
              <a:defRPr/>
            </a:pPr>
            <a:r>
              <a:rPr lang="de-DE"/>
              <a:t>Bitte nicht</a:t>
            </a:r>
            <a:br>
              <a:rPr lang="de-DE"/>
            </a:br>
            <a:r>
              <a:rPr lang="de-DE"/>
              <a:t>verschieben</a:t>
            </a:r>
            <a:endParaRPr/>
          </a:p>
        </p:txBody>
      </p:sp>
      <p:sp>
        <p:nvSpPr>
          <p:cNvPr id="17" name="Inhaltsplatzhalter 2"/>
          <p:cNvSpPr>
            <a:spLocks noGrp="1"/>
          </p:cNvSpPr>
          <p:nvPr>
            <p:ph idx="16" hasCustomPrompt="1"/>
          </p:nvPr>
        </p:nvSpPr>
        <p:spPr bwMode="auto">
          <a:xfrm>
            <a:off x="407200" y="305319"/>
            <a:ext cx="2088000" cy="6984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9pPr>
          </a:lstStyle>
          <a:p>
            <a:pPr lvl="0">
              <a:defRPr/>
            </a:pPr>
            <a:r>
              <a:rPr lang="de-DE"/>
              <a:t>PLATZHALTER INSTITUTS-LOGO über den Button Bild einfügen Logo laden </a:t>
            </a:r>
            <a:endParaRPr/>
          </a:p>
        </p:txBody>
      </p:sp>
      <p:sp>
        <p:nvSpPr>
          <p:cNvPr id="18" name="Inhaltsplatzhalter 2"/>
          <p:cNvSpPr>
            <a:spLocks noGrp="1"/>
          </p:cNvSpPr>
          <p:nvPr>
            <p:ph idx="17" hasCustomPrompt="1"/>
          </p:nvPr>
        </p:nvSpPr>
        <p:spPr bwMode="auto">
          <a:xfrm>
            <a:off x="2622400" y="304709"/>
            <a:ext cx="2088000" cy="6984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000" b="0">
                <a:solidFill>
                  <a:schemeClr val="tx1"/>
                </a:solidFill>
                <a:latin typeface="+mn-lt"/>
              </a:defRPr>
            </a:lvl9pPr>
          </a:lstStyle>
          <a:p>
            <a:pPr lvl="0">
              <a:defRPr/>
            </a:pPr>
            <a:r>
              <a:rPr lang="de-DE"/>
              <a:t>PLATZHALTER INSTITUTS-LOGO über den Button Bild einfügen Logo laden </a:t>
            </a:r>
            <a:endParaRPr/>
          </a:p>
        </p:txBody>
      </p:sp>
      <p:sp>
        <p:nvSpPr>
          <p:cNvPr id="22" name="Foliennummernplatzhalter 10"/>
          <p:cNvSpPr>
            <a:spLocks noGrp="1"/>
          </p:cNvSpPr>
          <p:nvPr>
            <p:ph type="sldNum" sz="quarter" idx="12"/>
          </p:nvPr>
        </p:nvSpPr>
        <p:spPr bwMode="auto">
          <a:xfrm>
            <a:off x="9883778" y="6984000"/>
            <a:ext cx="1899711" cy="2160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/>
              <a:t>‹Nr.›</a:t>
            </a:fld>
            <a:endParaRPr lang="de-DE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preserve="1" userDrawn="1">
  <p:cSld name="Titelfoli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" name="Hintergrund"/>
          <p:cNvPicPr>
            <a:picLocks noChangeAspect="1"/>
          </p:cNvPicPr>
          <p:nvPr userDrawn="1"/>
        </p:nvPicPr>
        <p:blipFill>
          <a:blip r:embed="rId2"/>
          <a:stretch/>
        </p:blipFill>
        <p:spPr bwMode="auto">
          <a:xfrm>
            <a:off x="0" y="1"/>
            <a:ext cx="12192000" cy="6858000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auto">
          <a:xfrm>
            <a:off x="727085" y="3768205"/>
            <a:ext cx="11056403" cy="1531425"/>
          </a:xfrm>
        </p:spPr>
        <p:txBody>
          <a:bodyPr anchor="t" anchorCtr="0"/>
          <a:lstStyle>
            <a:lvl1pPr algn="l">
              <a:lnSpc>
                <a:spcPct val="91000"/>
              </a:lnSpc>
              <a:defRPr sz="5200" spc="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Titel der Präsentation</a:t>
            </a:r>
            <a:endParaRPr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406401" y="260078"/>
            <a:ext cx="7375299" cy="252000"/>
          </a:xfrm>
        </p:spPr>
        <p:txBody>
          <a:bodyPr/>
          <a:lstStyle>
            <a:lvl1pPr>
              <a:defRPr sz="1400" spc="6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Campus Sontheim</a:t>
            </a:r>
            <a:endParaRPr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 bwMode="auto">
          <a:xfrm>
            <a:off x="727081" y="5399999"/>
            <a:ext cx="11056403" cy="288000"/>
          </a:xfrm>
        </p:spPr>
        <p:txBody>
          <a:bodyPr/>
          <a:lstStyle>
            <a:lvl1pPr>
              <a:defRPr sz="1500" b="1" spc="80">
                <a:solidFill>
                  <a:schemeClr val="bg1"/>
                </a:solidFill>
                <a:latin typeface="+mj-lt"/>
              </a:defRPr>
            </a:lvl1pPr>
          </a:lstStyle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grpSp>
        <p:nvGrpSpPr>
          <p:cNvPr id="13" name="Regieanweisungen"/>
          <p:cNvGrpSpPr/>
          <p:nvPr userDrawn="1"/>
        </p:nvGrpSpPr>
        <p:grpSpPr bwMode="auto">
          <a:xfrm>
            <a:off x="406400" y="-468000"/>
            <a:ext cx="14521600" cy="7668001"/>
            <a:chOff x="304800" y="-468001"/>
            <a:chExt cx="10891200" cy="7668001"/>
          </a:xfrm>
        </p:grpSpPr>
        <p:sp>
          <p:nvSpPr>
            <p:cNvPr id="14" name="Hilfslinien"/>
            <p:cNvSpPr txBox="1"/>
            <p:nvPr userDrawn="1"/>
          </p:nvSpPr>
          <p:spPr bwMode="auto">
            <a:xfrm rot="10800000" flipH="1" flipV="1">
              <a:off x="4571999" y="-468000"/>
              <a:ext cx="4265614" cy="360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b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r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Hilfslinien anzeigen über Menu: </a:t>
              </a:r>
              <a:endParaRPr/>
            </a:p>
            <a:p>
              <a:pPr marL="0" marR="0" lvl="0" indent="0" algn="r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Ansicht &gt; Anzeigen &gt;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Haken</a:t>
              </a: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bei</a:t>
              </a: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 Führungslinien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setzen</a:t>
              </a:r>
              <a:endParaRPr/>
            </a:p>
          </p:txBody>
        </p:sp>
        <p:sp>
          <p:nvSpPr>
            <p:cNvPr id="15" name="Zurücksetzen"/>
            <p:cNvSpPr txBox="1"/>
            <p:nvPr userDrawn="1"/>
          </p:nvSpPr>
          <p:spPr bwMode="auto">
            <a:xfrm rot="10800000" flipH="1" flipV="1">
              <a:off x="9252000" y="-1"/>
              <a:ext cx="1944000" cy="898525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Folie in Ursprungsform </a:t>
              </a:r>
              <a:endParaRPr/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bringen über Menu:</a:t>
              </a:r>
              <a:endParaRPr/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Start &gt; Folien &gt; Zurücksetzen</a:t>
              </a:r>
              <a:endParaRPr/>
            </a:p>
          </p:txBody>
        </p:sp>
        <p:sp>
          <p:nvSpPr>
            <p:cNvPr id="16" name="Layoutwechsel"/>
            <p:cNvSpPr txBox="1"/>
            <p:nvPr userDrawn="1"/>
          </p:nvSpPr>
          <p:spPr bwMode="auto">
            <a:xfrm rot="10800000" flipH="1" flipV="1">
              <a:off x="9252000" y="1008000"/>
              <a:ext cx="1944000" cy="504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Wechsel des Folienlayouts </a:t>
              </a:r>
              <a:br>
                <a:rPr lang="de-DE" sz="1000" b="0">
                  <a:solidFill>
                    <a:schemeClr val="tx1"/>
                  </a:solidFill>
                  <a:latin typeface="Arial"/>
                </a:rPr>
              </a:br>
              <a:r>
                <a:rPr lang="de-DE" sz="1000" b="0">
                  <a:solidFill>
                    <a:schemeClr val="tx1"/>
                  </a:solidFill>
                  <a:latin typeface="Arial"/>
                </a:rPr>
                <a:t>im Menü über:</a:t>
              </a:r>
              <a:endParaRPr/>
            </a:p>
            <a:p>
              <a:pPr marL="0" marR="0" lvl="0" indent="0" algn="l" defTabSz="251725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Start &gt; Folien &gt; Layout</a:t>
              </a:r>
              <a:endParaRPr/>
            </a:p>
          </p:txBody>
        </p:sp>
        <p:sp>
          <p:nvSpPr>
            <p:cNvPr id="17" name="Fußzeile"/>
            <p:cNvSpPr txBox="1"/>
            <p:nvPr userDrawn="1"/>
          </p:nvSpPr>
          <p:spPr bwMode="auto">
            <a:xfrm rot="10800000" flipH="1" flipV="1">
              <a:off x="304801" y="6984000"/>
              <a:ext cx="5531474" cy="216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Fußzeile anpassen: </a:t>
              </a:r>
              <a:r>
                <a:rPr lang="de-DE" sz="1000" b="1">
                  <a:solidFill>
                    <a:schemeClr val="tx1"/>
                  </a:solidFill>
                  <a:latin typeface="Arial"/>
                </a:rPr>
                <a:t>Einfügen &gt; Text &gt; Kopf- und Fußzeile</a:t>
              </a:r>
              <a:endParaRPr/>
            </a:p>
          </p:txBody>
        </p:sp>
        <p:sp>
          <p:nvSpPr>
            <p:cNvPr id="18" name="Kopfzeile"/>
            <p:cNvSpPr txBox="1"/>
            <p:nvPr userDrawn="1"/>
          </p:nvSpPr>
          <p:spPr bwMode="auto">
            <a:xfrm rot="10800000" flipH="1" flipV="1">
              <a:off x="304800" y="-468001"/>
              <a:ext cx="4267199" cy="360002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b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Kopfzeile anpassen: </a:t>
              </a:r>
              <a:r>
                <a:rPr lang="de-DE" sz="1000" b="1">
                  <a:solidFill>
                    <a:schemeClr val="tx1"/>
                  </a:solidFill>
                  <a:latin typeface="Arial"/>
                </a:rPr>
                <a:t>Einfügen &gt; Text &gt; Kopf- und Fußzeile</a:t>
              </a:r>
              <a:endParaRPr/>
            </a:p>
          </p:txBody>
        </p:sp>
      </p:grpSp>
      <p:pic>
        <p:nvPicPr>
          <p:cNvPr id="19" name="Logo HHN"/>
          <p:cNvPicPr>
            <a:picLocks noChangeAspect="1"/>
          </p:cNvPicPr>
          <p:nvPr userDrawn="1"/>
        </p:nvPicPr>
        <p:blipFill>
          <a:blip r:embed="rId3"/>
          <a:stretch/>
        </p:blipFill>
        <p:spPr bwMode="auto">
          <a:xfrm>
            <a:off x="9718874" y="305319"/>
            <a:ext cx="2064615" cy="697187"/>
          </a:xfrm>
          <a:prstGeom prst="rect">
            <a:avLst/>
          </a:prstGeom>
        </p:spPr>
      </p:pic>
      <p:pic>
        <p:nvPicPr>
          <p:cNvPr id="21" name="Pfeil"/>
          <p:cNvPicPr/>
          <p:nvPr userDrawn="1"/>
        </p:nvPicPr>
        <p:blipFill>
          <a:blip r:embed="rId4"/>
          <a:stretch/>
        </p:blipFill>
        <p:spPr bwMode="auto">
          <a:xfrm>
            <a:off x="406800" y="3943332"/>
            <a:ext cx="180000" cy="288000"/>
          </a:xfrm>
          <a:prstGeom prst="rect">
            <a:avLst/>
          </a:prstGeom>
        </p:spPr>
      </p:pic>
      <p:sp>
        <p:nvSpPr>
          <p:cNvPr id="23" name="Foliennummernplatzhalter 10"/>
          <p:cNvSpPr>
            <a:spLocks noGrp="1"/>
          </p:cNvSpPr>
          <p:nvPr>
            <p:ph type="sldNum" sz="quarter" idx="12"/>
          </p:nvPr>
        </p:nvSpPr>
        <p:spPr bwMode="auto">
          <a:xfrm>
            <a:off x="9883778" y="6984000"/>
            <a:ext cx="1899711" cy="2160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/>
              <a:t>‹Nr.›</a:t>
            </a:fld>
            <a:endParaRPr lang="de-DE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preserve="1" userDrawn="1">
  <p:cSld name="Zwischentitel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" name="Hintergrund"/>
          <p:cNvPicPr>
            <a:picLocks noChangeAspect="1"/>
          </p:cNvPicPr>
          <p:nvPr userDrawn="1"/>
        </p:nvPicPr>
        <p:blipFill>
          <a:blip r:embed="rId2"/>
          <a:srcRect t="14167"/>
          <a:stretch/>
        </p:blipFill>
        <p:spPr bwMode="auto">
          <a:xfrm>
            <a:off x="0" y="971552"/>
            <a:ext cx="12192000" cy="5886449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auto">
          <a:xfrm>
            <a:off x="1530728" y="2160001"/>
            <a:ext cx="10252761" cy="1531425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4800" spc="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ZWISCHENTITEL TRENNERSEITE</a:t>
            </a:r>
            <a:endParaRPr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Campus Sontheim</a:t>
            </a:r>
            <a:endParaRPr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11" name="Foliennummernplatzhalter 10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/>
              <a:t>‹Nr.›</a:t>
            </a:fld>
            <a:endParaRPr lang="de-DE"/>
          </a:p>
        </p:txBody>
      </p:sp>
      <p:sp>
        <p:nvSpPr>
          <p:cNvPr id="13" name="Vertikaler Textplatzhalter 2"/>
          <p:cNvSpPr>
            <a:spLocks noGrp="1"/>
          </p:cNvSpPr>
          <p:nvPr>
            <p:ph type="body" orient="vert" idx="13" hasCustomPrompt="1"/>
          </p:nvPr>
        </p:nvSpPr>
        <p:spPr bwMode="auto">
          <a:xfrm>
            <a:off x="1530728" y="3905249"/>
            <a:ext cx="10252761" cy="2338391"/>
          </a:xfrm>
        </p:spPr>
        <p:txBody>
          <a:bodyPr vert="horz"/>
          <a:lstStyle>
            <a:lvl1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chemeClr val="bg1"/>
                </a:solidFill>
                <a:latin typeface="+mj-lt"/>
              </a:defRPr>
            </a:lvl2pPr>
            <a:lvl3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2000" b="1">
                <a:solidFill>
                  <a:schemeClr val="bg1"/>
                </a:solidFill>
                <a:latin typeface="+mj-lt"/>
              </a:defRPr>
            </a:lvl3pPr>
            <a:lvl4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2000" b="1">
                <a:solidFill>
                  <a:schemeClr val="bg1"/>
                </a:solidFill>
                <a:latin typeface="+mj-lt"/>
              </a:defRPr>
            </a:lvl4pPr>
            <a:lvl5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chemeClr val="bg1"/>
                </a:solidFill>
                <a:latin typeface="+mj-lt"/>
              </a:defRPr>
            </a:lvl5pPr>
            <a:lvl6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chemeClr val="bg1"/>
                </a:solidFill>
                <a:latin typeface="+mj-lt"/>
              </a:defRPr>
            </a:lvl6pPr>
            <a:lvl7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2000" b="1">
                <a:solidFill>
                  <a:schemeClr val="bg1"/>
                </a:solidFill>
                <a:latin typeface="+mj-lt"/>
              </a:defRPr>
            </a:lvl7pPr>
            <a:lvl8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2000" b="1">
                <a:solidFill>
                  <a:schemeClr val="bg1"/>
                </a:solidFill>
                <a:latin typeface="+mj-lt"/>
              </a:defRPr>
            </a:lvl8pPr>
            <a:lvl9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2000" b="1">
                <a:solidFill>
                  <a:schemeClr val="bg1"/>
                </a:solidFill>
                <a:latin typeface="+mj-lt"/>
              </a:defRPr>
            </a:lvl9pPr>
          </a:lstStyle>
          <a:p>
            <a:pPr lvl="0">
              <a:defRPr/>
            </a:pPr>
            <a:r>
              <a:rPr lang="de-DE"/>
              <a:t>Zusatz Info</a:t>
            </a:r>
            <a:endParaRPr/>
          </a:p>
        </p:txBody>
      </p:sp>
      <p:grpSp>
        <p:nvGrpSpPr>
          <p:cNvPr id="14" name="Regieanweisungen"/>
          <p:cNvGrpSpPr/>
          <p:nvPr userDrawn="1"/>
        </p:nvGrpSpPr>
        <p:grpSpPr bwMode="auto">
          <a:xfrm>
            <a:off x="406400" y="-468000"/>
            <a:ext cx="14521600" cy="7668001"/>
            <a:chOff x="304800" y="-468001"/>
            <a:chExt cx="10891200" cy="7668001"/>
          </a:xfrm>
        </p:grpSpPr>
        <p:sp>
          <p:nvSpPr>
            <p:cNvPr id="15" name="Hilfslinien"/>
            <p:cNvSpPr txBox="1"/>
            <p:nvPr userDrawn="1"/>
          </p:nvSpPr>
          <p:spPr bwMode="auto">
            <a:xfrm rot="10800000" flipH="1" flipV="1">
              <a:off x="4571999" y="-468000"/>
              <a:ext cx="4265614" cy="360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b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r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Hilfslinien anzeigen über Menu: </a:t>
              </a:r>
              <a:endParaRPr/>
            </a:p>
            <a:p>
              <a:pPr marL="0" marR="0" lvl="0" indent="0" algn="r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Ansicht &gt; Anzeigen &gt;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Haken</a:t>
              </a: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bei</a:t>
              </a: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 Führungslinien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setzen</a:t>
              </a:r>
              <a:endParaRPr/>
            </a:p>
          </p:txBody>
        </p:sp>
        <p:sp>
          <p:nvSpPr>
            <p:cNvPr id="16" name="Zurücksetzen"/>
            <p:cNvSpPr txBox="1"/>
            <p:nvPr userDrawn="1"/>
          </p:nvSpPr>
          <p:spPr bwMode="auto">
            <a:xfrm rot="10800000" flipH="1" flipV="1">
              <a:off x="9252000" y="-1"/>
              <a:ext cx="1944000" cy="898525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Folie in Ursprungsform </a:t>
              </a:r>
              <a:endParaRPr/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bringen über Menu:</a:t>
              </a:r>
              <a:endParaRPr/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Start &gt; Folien &gt; Zurücksetzen</a:t>
              </a:r>
              <a:endParaRPr/>
            </a:p>
          </p:txBody>
        </p:sp>
        <p:sp>
          <p:nvSpPr>
            <p:cNvPr id="17" name="Layoutwechsel"/>
            <p:cNvSpPr txBox="1"/>
            <p:nvPr userDrawn="1"/>
          </p:nvSpPr>
          <p:spPr bwMode="auto">
            <a:xfrm rot="10800000" flipH="1" flipV="1">
              <a:off x="9252000" y="1008000"/>
              <a:ext cx="1944000" cy="504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Wechsel des Folienlayouts </a:t>
              </a:r>
              <a:br>
                <a:rPr lang="de-DE" sz="1000" b="0">
                  <a:solidFill>
                    <a:schemeClr val="tx1"/>
                  </a:solidFill>
                  <a:latin typeface="Arial"/>
                </a:rPr>
              </a:br>
              <a:r>
                <a:rPr lang="de-DE" sz="1000" b="0">
                  <a:solidFill>
                    <a:schemeClr val="tx1"/>
                  </a:solidFill>
                  <a:latin typeface="Arial"/>
                </a:rPr>
                <a:t>im Menü über:</a:t>
              </a:r>
              <a:endParaRPr/>
            </a:p>
            <a:p>
              <a:pPr marL="0" marR="0" lvl="0" indent="0" algn="l" defTabSz="251725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Start &gt; Folien &gt; Layout</a:t>
              </a:r>
              <a:endParaRPr/>
            </a:p>
          </p:txBody>
        </p:sp>
        <p:sp>
          <p:nvSpPr>
            <p:cNvPr id="18" name="Fußzeile"/>
            <p:cNvSpPr txBox="1"/>
            <p:nvPr userDrawn="1"/>
          </p:nvSpPr>
          <p:spPr bwMode="auto">
            <a:xfrm rot="10800000" flipH="1" flipV="1">
              <a:off x="304801" y="6984000"/>
              <a:ext cx="5531474" cy="216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Fußzeile anpassen: </a:t>
              </a:r>
              <a:r>
                <a:rPr lang="de-DE" sz="1000" b="1">
                  <a:solidFill>
                    <a:schemeClr val="tx1"/>
                  </a:solidFill>
                  <a:latin typeface="Arial"/>
                </a:rPr>
                <a:t>Einfügen &gt; Text &gt; Kopf- und Fußzeile</a:t>
              </a:r>
              <a:endParaRPr/>
            </a:p>
          </p:txBody>
        </p:sp>
        <p:sp>
          <p:nvSpPr>
            <p:cNvPr id="19" name="Kopfzeile"/>
            <p:cNvSpPr txBox="1"/>
            <p:nvPr userDrawn="1"/>
          </p:nvSpPr>
          <p:spPr bwMode="auto">
            <a:xfrm rot="10800000" flipH="1" flipV="1">
              <a:off x="304800" y="-468001"/>
              <a:ext cx="4267199" cy="360002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b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Kopfzeile anpassen: </a:t>
              </a:r>
              <a:r>
                <a:rPr lang="de-DE" sz="1000" b="1">
                  <a:solidFill>
                    <a:schemeClr val="tx1"/>
                  </a:solidFill>
                  <a:latin typeface="Arial"/>
                </a:rPr>
                <a:t>Einfügen &gt; Text &gt; Kopf- und Fußzeile</a:t>
              </a:r>
              <a:endParaRPr/>
            </a:p>
          </p:txBody>
        </p:sp>
      </p:grpSp>
      <p:pic>
        <p:nvPicPr>
          <p:cNvPr id="21" name="Logo HHN"/>
          <p:cNvPicPr>
            <a:picLocks noChangeAspect="1"/>
          </p:cNvPicPr>
          <p:nvPr userDrawn="1"/>
        </p:nvPicPr>
        <p:blipFill>
          <a:blip r:embed="rId3"/>
          <a:stretch/>
        </p:blipFill>
        <p:spPr bwMode="auto">
          <a:xfrm>
            <a:off x="10359513" y="307131"/>
            <a:ext cx="1423970" cy="480852"/>
          </a:xfrm>
          <a:prstGeom prst="rect">
            <a:avLst/>
          </a:prstGeom>
        </p:spPr>
      </p:pic>
      <p:pic>
        <p:nvPicPr>
          <p:cNvPr id="23" name="Pfeil"/>
          <p:cNvPicPr/>
          <p:nvPr userDrawn="1"/>
        </p:nvPicPr>
        <p:blipFill>
          <a:blip r:embed="rId4"/>
          <a:stretch/>
        </p:blipFill>
        <p:spPr bwMode="auto">
          <a:xfrm>
            <a:off x="1206000" y="2376000"/>
            <a:ext cx="180000" cy="28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Headline // Inhal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Campus Sontheim</a:t>
            </a:r>
            <a:endParaRPr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/>
              <a:t>‹Nr.›</a:t>
            </a:fld>
            <a:endParaRPr lang="de-DE"/>
          </a:p>
        </p:txBody>
      </p:sp>
      <p:sp>
        <p:nvSpPr>
          <p:cNvPr id="10" name="Titel 9"/>
          <p:cNvSpPr>
            <a:spLocks noGrp="1"/>
          </p:cNvSpPr>
          <p:nvPr>
            <p:ph type="title" hasCustomPrompt="1"/>
          </p:nvPr>
        </p:nvSpPr>
        <p:spPr bwMode="auto"/>
        <p:txBody>
          <a:bodyPr/>
          <a:lstStyle/>
          <a:p>
            <a:pPr>
              <a:defRPr/>
            </a:pPr>
            <a:r>
              <a:rPr lang="pt-BR"/>
              <a:t>Headline einfügen</a:t>
            </a:r>
            <a:br>
              <a:rPr lang="pt-BR"/>
            </a:br>
            <a:r>
              <a:rPr lang="pt-BR"/>
              <a:t>über zwei Zeilen</a:t>
            </a:r>
            <a:endParaRPr lang="de-DE"/>
          </a:p>
        </p:txBody>
      </p:sp>
      <p:sp>
        <p:nvSpPr>
          <p:cNvPr id="11" name="Inhaltsplatzhalter 2"/>
          <p:cNvSpPr>
            <a:spLocks noGrp="1"/>
          </p:cNvSpPr>
          <p:nvPr>
            <p:ph idx="13" hasCustomPrompt="1"/>
          </p:nvPr>
        </p:nvSpPr>
        <p:spPr bwMode="auto">
          <a:xfrm>
            <a:off x="406405" y="2033591"/>
            <a:ext cx="11377084" cy="4210049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>
              <a:defRPr/>
            </a:pPr>
            <a:r>
              <a:rPr lang="de-DE"/>
              <a:t>Text 22 Pt auf erster Ebene // für Aufzählung 22 Pt,  Text 20 Pt, Zwischenheadline und Aufzählungen 20 Pt &gt;&gt; Menü &gt; Start &gt; Absatz &gt; Listenebne erhöhen 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  <a:endParaRPr/>
          </a:p>
          <a:p>
            <a:pPr lvl="5">
              <a:defRPr/>
            </a:pPr>
            <a:r>
              <a:rPr lang="de-DE"/>
              <a:t>Sechste Ebene</a:t>
            </a:r>
            <a:endParaRPr/>
          </a:p>
          <a:p>
            <a:pPr lvl="6">
              <a:defRPr/>
            </a:pPr>
            <a:r>
              <a:rPr lang="de-DE"/>
              <a:t>Siebte Ebene</a:t>
            </a:r>
            <a:endParaRPr/>
          </a:p>
          <a:p>
            <a:pPr lvl="7">
              <a:defRPr/>
            </a:pPr>
            <a:r>
              <a:rPr lang="de-DE"/>
              <a:t>Achte Ebene</a:t>
            </a:r>
            <a:endParaRPr/>
          </a:p>
          <a:p>
            <a:pPr lvl="8">
              <a:defRPr/>
            </a:pPr>
            <a:r>
              <a:rPr lang="de-DE"/>
              <a:t>Neunte Ebene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Headline // Inhalt // 3 Bil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Campus Sontheim</a:t>
            </a:r>
            <a:endParaRPr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/>
              <a:t>‹Nr.›</a:t>
            </a:fld>
            <a:endParaRPr lang="de-DE"/>
          </a:p>
        </p:txBody>
      </p:sp>
      <p:sp>
        <p:nvSpPr>
          <p:cNvPr id="10" name="Titel 9"/>
          <p:cNvSpPr>
            <a:spLocks noGrp="1"/>
          </p:cNvSpPr>
          <p:nvPr>
            <p:ph type="title" hasCustomPrompt="1"/>
          </p:nvPr>
        </p:nvSpPr>
        <p:spPr bwMode="auto"/>
        <p:txBody>
          <a:bodyPr/>
          <a:lstStyle/>
          <a:p>
            <a:pPr>
              <a:defRPr/>
            </a:pPr>
            <a:r>
              <a:rPr lang="pt-BR"/>
              <a:t>Headline einfügen</a:t>
            </a:r>
            <a:br>
              <a:rPr lang="pt-BR"/>
            </a:br>
            <a:r>
              <a:rPr lang="pt-BR"/>
              <a:t>über zwei Zeilen</a:t>
            </a:r>
            <a:endParaRPr lang="de-DE"/>
          </a:p>
        </p:txBody>
      </p:sp>
      <p:sp>
        <p:nvSpPr>
          <p:cNvPr id="11" name="Vertikaler Textplatzhalter 2"/>
          <p:cNvSpPr>
            <a:spLocks noGrp="1"/>
          </p:cNvSpPr>
          <p:nvPr>
            <p:ph type="body" orient="vert" idx="13" hasCustomPrompt="1"/>
          </p:nvPr>
        </p:nvSpPr>
        <p:spPr bwMode="auto">
          <a:xfrm>
            <a:off x="406405" y="2033700"/>
            <a:ext cx="11377084" cy="2231887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>
              <a:defRPr/>
            </a:pPr>
            <a:r>
              <a:rPr lang="de-DE"/>
              <a:t>Text 22 Pt auf erster Ebene // für Aufzählung 22 Pt,  Text 20 Pt, Zwischenheadline und Aufzählungen 20 Pt &gt;&gt; Menü &gt; Start &gt; Absatz &gt; Listenebne erhöhen 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</p:txBody>
      </p:sp>
      <p:sp>
        <p:nvSpPr>
          <p:cNvPr id="15" name="Bildplatzhalter 2"/>
          <p:cNvSpPr>
            <a:spLocks noGrp="1"/>
          </p:cNvSpPr>
          <p:nvPr>
            <p:ph type="pic" idx="1" hasCustomPrompt="1"/>
          </p:nvPr>
        </p:nvSpPr>
        <p:spPr bwMode="auto">
          <a:xfrm>
            <a:off x="406400" y="4361763"/>
            <a:ext cx="3658080" cy="1881877"/>
          </a:xfrm>
        </p:spPr>
        <p:txBody>
          <a:bodyPr/>
          <a:lstStyle>
            <a:lvl1pPr marL="0" indent="0" algn="ctr">
              <a:spcAft>
                <a:spcPts val="0"/>
              </a:spcAft>
              <a:buNone/>
              <a:defRPr sz="2000"/>
            </a:lvl1pPr>
            <a:lvl2pPr marL="457203" indent="0">
              <a:buNone/>
              <a:defRPr sz="2800"/>
            </a:lvl2pPr>
            <a:lvl3pPr marL="914407" indent="0">
              <a:buNone/>
              <a:defRPr sz="2400"/>
            </a:lvl3pPr>
            <a:lvl4pPr marL="1371610" indent="0">
              <a:buNone/>
              <a:defRPr sz="2000"/>
            </a:lvl4pPr>
            <a:lvl5pPr marL="1828813" indent="0">
              <a:buNone/>
              <a:defRPr sz="2000"/>
            </a:lvl5pPr>
            <a:lvl6pPr marL="2286017" indent="0">
              <a:buNone/>
              <a:defRPr sz="2000"/>
            </a:lvl6pPr>
            <a:lvl7pPr marL="2743220" indent="0">
              <a:buNone/>
              <a:defRPr sz="2000"/>
            </a:lvl7pPr>
            <a:lvl8pPr marL="3200424" indent="0">
              <a:buNone/>
              <a:defRPr sz="2000"/>
            </a:lvl8pPr>
            <a:lvl9pPr marL="3657627" indent="0">
              <a:buNone/>
              <a:defRPr sz="2000"/>
            </a:lvl9pPr>
          </a:lstStyle>
          <a:p>
            <a:pPr>
              <a:defRPr/>
            </a:pPr>
            <a:br>
              <a:rPr lang="de-DE"/>
            </a:br>
            <a:r>
              <a:rPr lang="de-DE"/>
              <a:t>Bild einfügen</a:t>
            </a:r>
            <a:endParaRPr/>
          </a:p>
        </p:txBody>
      </p:sp>
      <p:sp>
        <p:nvSpPr>
          <p:cNvPr id="16" name="Bildplatzhalter 2"/>
          <p:cNvSpPr>
            <a:spLocks noGrp="1"/>
          </p:cNvSpPr>
          <p:nvPr>
            <p:ph type="pic" idx="14" hasCustomPrompt="1"/>
          </p:nvPr>
        </p:nvSpPr>
        <p:spPr bwMode="auto">
          <a:xfrm>
            <a:off x="4265901" y="4361763"/>
            <a:ext cx="3658080" cy="1881877"/>
          </a:xfrm>
        </p:spPr>
        <p:txBody>
          <a:bodyPr/>
          <a:lstStyle>
            <a:lvl1pPr marL="0" indent="0" algn="ctr">
              <a:spcAft>
                <a:spcPts val="0"/>
              </a:spcAft>
              <a:buNone/>
              <a:defRPr sz="2000"/>
            </a:lvl1pPr>
            <a:lvl2pPr marL="457203" indent="0">
              <a:buNone/>
              <a:defRPr sz="2800"/>
            </a:lvl2pPr>
            <a:lvl3pPr marL="914407" indent="0">
              <a:buNone/>
              <a:defRPr sz="2400"/>
            </a:lvl3pPr>
            <a:lvl4pPr marL="1371610" indent="0">
              <a:buNone/>
              <a:defRPr sz="2000"/>
            </a:lvl4pPr>
            <a:lvl5pPr marL="1828813" indent="0">
              <a:buNone/>
              <a:defRPr sz="2000"/>
            </a:lvl5pPr>
            <a:lvl6pPr marL="2286017" indent="0">
              <a:buNone/>
              <a:defRPr sz="2000"/>
            </a:lvl6pPr>
            <a:lvl7pPr marL="2743220" indent="0">
              <a:buNone/>
              <a:defRPr sz="2000"/>
            </a:lvl7pPr>
            <a:lvl8pPr marL="3200424" indent="0">
              <a:buNone/>
              <a:defRPr sz="2000"/>
            </a:lvl8pPr>
            <a:lvl9pPr marL="3657627" indent="0">
              <a:buNone/>
              <a:defRPr sz="2000"/>
            </a:lvl9pPr>
          </a:lstStyle>
          <a:p>
            <a:pPr>
              <a:defRPr/>
            </a:pPr>
            <a:br>
              <a:rPr lang="de-DE"/>
            </a:br>
            <a:r>
              <a:rPr lang="de-DE"/>
              <a:t>Bild einfügen</a:t>
            </a:r>
            <a:endParaRPr/>
          </a:p>
        </p:txBody>
      </p:sp>
      <p:sp>
        <p:nvSpPr>
          <p:cNvPr id="17" name="Bildplatzhalter 2"/>
          <p:cNvSpPr>
            <a:spLocks noGrp="1"/>
          </p:cNvSpPr>
          <p:nvPr>
            <p:ph type="pic" idx="15" hasCustomPrompt="1"/>
          </p:nvPr>
        </p:nvSpPr>
        <p:spPr bwMode="auto">
          <a:xfrm>
            <a:off x="8125404" y="4361763"/>
            <a:ext cx="3658080" cy="1881877"/>
          </a:xfrm>
        </p:spPr>
        <p:txBody>
          <a:bodyPr/>
          <a:lstStyle>
            <a:lvl1pPr marL="0" indent="0" algn="ctr">
              <a:spcAft>
                <a:spcPts val="0"/>
              </a:spcAft>
              <a:buNone/>
              <a:defRPr sz="2000"/>
            </a:lvl1pPr>
            <a:lvl2pPr marL="457203" indent="0">
              <a:buNone/>
              <a:defRPr sz="2800"/>
            </a:lvl2pPr>
            <a:lvl3pPr marL="914407" indent="0">
              <a:buNone/>
              <a:defRPr sz="2400"/>
            </a:lvl3pPr>
            <a:lvl4pPr marL="1371610" indent="0">
              <a:buNone/>
              <a:defRPr sz="2000"/>
            </a:lvl4pPr>
            <a:lvl5pPr marL="1828813" indent="0">
              <a:buNone/>
              <a:defRPr sz="2000"/>
            </a:lvl5pPr>
            <a:lvl6pPr marL="2286017" indent="0">
              <a:buNone/>
              <a:defRPr sz="2000"/>
            </a:lvl6pPr>
            <a:lvl7pPr marL="2743220" indent="0">
              <a:buNone/>
              <a:defRPr sz="2000"/>
            </a:lvl7pPr>
            <a:lvl8pPr marL="3200424" indent="0">
              <a:buNone/>
              <a:defRPr sz="2000"/>
            </a:lvl8pPr>
            <a:lvl9pPr marL="3657627" indent="0">
              <a:buNone/>
              <a:defRPr sz="2000"/>
            </a:lvl9pPr>
          </a:lstStyle>
          <a:p>
            <a:pPr>
              <a:defRPr/>
            </a:pPr>
            <a:br>
              <a:rPr lang="de-DE"/>
            </a:br>
            <a:r>
              <a:rPr lang="de-DE"/>
              <a:t>Bild einfügen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Headline // Inhalt // Bild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Campus Sontheim</a:t>
            </a:r>
            <a:endParaRPr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/>
              <a:t>‹Nr.›</a:t>
            </a:fld>
            <a:endParaRPr lang="de-DE"/>
          </a:p>
        </p:txBody>
      </p:sp>
      <p:sp>
        <p:nvSpPr>
          <p:cNvPr id="10" name="Titel 9"/>
          <p:cNvSpPr>
            <a:spLocks noGrp="1"/>
          </p:cNvSpPr>
          <p:nvPr>
            <p:ph type="title" hasCustomPrompt="1"/>
          </p:nvPr>
        </p:nvSpPr>
        <p:spPr bwMode="auto"/>
        <p:txBody>
          <a:bodyPr/>
          <a:lstStyle/>
          <a:p>
            <a:pPr>
              <a:defRPr/>
            </a:pPr>
            <a:r>
              <a:rPr lang="pt-BR"/>
              <a:t>Headline einfügen</a:t>
            </a:r>
            <a:br>
              <a:rPr lang="pt-BR"/>
            </a:br>
            <a:r>
              <a:rPr lang="pt-BR"/>
              <a:t>über zwei Zeilen</a:t>
            </a:r>
            <a:endParaRPr lang="de-DE"/>
          </a:p>
        </p:txBody>
      </p:sp>
      <p:sp>
        <p:nvSpPr>
          <p:cNvPr id="11" name="Vertikaler Textplatzhalter 2"/>
          <p:cNvSpPr>
            <a:spLocks noGrp="1"/>
          </p:cNvSpPr>
          <p:nvPr>
            <p:ph type="body" orient="vert" idx="13" hasCustomPrompt="1"/>
          </p:nvPr>
        </p:nvSpPr>
        <p:spPr bwMode="auto">
          <a:xfrm>
            <a:off x="406400" y="2033702"/>
            <a:ext cx="7128933" cy="4209936"/>
          </a:xfrm>
        </p:spPr>
        <p:txBody>
          <a:bodyPr vert="horz"/>
          <a:lstStyle>
            <a:lvl3pPr>
              <a:defRPr/>
            </a:lvl3pPr>
          </a:lstStyle>
          <a:p>
            <a:pPr lvl="0">
              <a:defRPr/>
            </a:pPr>
            <a:r>
              <a:rPr lang="de-DE"/>
              <a:t>Text 22 Pt auf erster Ebene // für Aufzählung 22 Pt,  Text 20 Pt, Zwischenheadline und Aufzählungen 20 Pt &gt;&gt; Menü &gt; Start &gt; Absatz &gt; Listenebne erhöhen 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  <a:endParaRPr/>
          </a:p>
          <a:p>
            <a:pPr lvl="5">
              <a:defRPr/>
            </a:pPr>
            <a:r>
              <a:rPr lang="de-DE"/>
              <a:t>Sechste Ebene</a:t>
            </a:r>
            <a:endParaRPr/>
          </a:p>
          <a:p>
            <a:pPr lvl="6">
              <a:defRPr/>
            </a:pPr>
            <a:r>
              <a:rPr lang="de-DE"/>
              <a:t>Siebte Ebene</a:t>
            </a:r>
            <a:endParaRPr/>
          </a:p>
        </p:txBody>
      </p:sp>
      <p:sp>
        <p:nvSpPr>
          <p:cNvPr id="17" name="Bildplatzhalter 2"/>
          <p:cNvSpPr>
            <a:spLocks noGrp="1"/>
          </p:cNvSpPr>
          <p:nvPr>
            <p:ph type="pic" idx="15" hasCustomPrompt="1"/>
          </p:nvPr>
        </p:nvSpPr>
        <p:spPr bwMode="auto">
          <a:xfrm>
            <a:off x="7920568" y="2097883"/>
            <a:ext cx="3862917" cy="3960020"/>
          </a:xfrm>
          <a:prstGeom prst="rect">
            <a:avLst/>
          </a:prstGeom>
          <a:noFill/>
        </p:spPr>
        <p:txBody>
          <a:bodyPr/>
          <a:lstStyle>
            <a:lvl1pPr marL="0" indent="0" algn="ctr">
              <a:spcAft>
                <a:spcPts val="0"/>
              </a:spcAft>
              <a:buNone/>
              <a:defRPr sz="2000"/>
            </a:lvl1pPr>
            <a:lvl2pPr marL="457203" indent="0">
              <a:buNone/>
              <a:defRPr sz="2800"/>
            </a:lvl2pPr>
            <a:lvl3pPr marL="914407" indent="0">
              <a:buNone/>
              <a:defRPr sz="2400"/>
            </a:lvl3pPr>
            <a:lvl4pPr marL="1371610" indent="0">
              <a:buNone/>
              <a:defRPr sz="2000"/>
            </a:lvl4pPr>
            <a:lvl5pPr marL="1828813" indent="0">
              <a:buNone/>
              <a:defRPr sz="2000"/>
            </a:lvl5pPr>
            <a:lvl6pPr marL="2286017" indent="0">
              <a:buNone/>
              <a:defRPr sz="2000"/>
            </a:lvl6pPr>
            <a:lvl7pPr marL="2743220" indent="0">
              <a:buNone/>
              <a:defRPr sz="2000"/>
            </a:lvl7pPr>
            <a:lvl8pPr marL="3200424" indent="0">
              <a:buNone/>
              <a:defRPr sz="2000"/>
            </a:lvl8pPr>
            <a:lvl9pPr marL="3657627" indent="0">
              <a:buNone/>
              <a:defRPr sz="2000"/>
            </a:lvl9pPr>
          </a:lstStyle>
          <a:p>
            <a:pPr>
              <a:defRPr/>
            </a:pPr>
            <a:br>
              <a:rPr lang="de-DE"/>
            </a:br>
            <a:br>
              <a:rPr lang="de-DE"/>
            </a:br>
            <a:br>
              <a:rPr lang="de-DE"/>
            </a:br>
            <a:br>
              <a:rPr lang="de-DE"/>
            </a:br>
            <a:r>
              <a:rPr lang="de-DE"/>
              <a:t>Bild einfügen</a:t>
            </a: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preserve="1" userDrawn="1">
  <p:cSld name="Zita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" name="Bildplatzhalter 2"/>
          <p:cNvSpPr>
            <a:spLocks noGrp="1"/>
          </p:cNvSpPr>
          <p:nvPr>
            <p:ph type="pic" idx="15" hasCustomPrompt="1"/>
          </p:nvPr>
        </p:nvSpPr>
        <p:spPr bwMode="auto">
          <a:xfrm>
            <a:off x="5" y="971550"/>
            <a:ext cx="12191999" cy="5886450"/>
          </a:xfrm>
          <a:prstGeom prst="rect">
            <a:avLst/>
          </a:prstGeom>
          <a:noFill/>
        </p:spPr>
        <p:txBody>
          <a:bodyPr/>
          <a:lstStyle>
            <a:lvl1pPr marL="0" indent="0" algn="ctr">
              <a:buNone/>
              <a:defRPr sz="2000" b="1">
                <a:solidFill>
                  <a:schemeClr val="tx1"/>
                </a:solidFill>
                <a:latin typeface="+mj-lt"/>
              </a:defRPr>
            </a:lvl1pPr>
            <a:lvl2pPr marL="457203" indent="0">
              <a:buNone/>
              <a:defRPr sz="2800"/>
            </a:lvl2pPr>
            <a:lvl3pPr marL="914407" indent="0">
              <a:buNone/>
              <a:defRPr sz="2400"/>
            </a:lvl3pPr>
            <a:lvl4pPr marL="1371610" indent="0">
              <a:buNone/>
              <a:defRPr sz="2000"/>
            </a:lvl4pPr>
            <a:lvl5pPr marL="1828813" indent="0">
              <a:buNone/>
              <a:defRPr sz="2000"/>
            </a:lvl5pPr>
            <a:lvl6pPr marL="2286017" indent="0">
              <a:buNone/>
              <a:defRPr sz="2000"/>
            </a:lvl6pPr>
            <a:lvl7pPr marL="2743220" indent="0">
              <a:buNone/>
              <a:defRPr sz="2000"/>
            </a:lvl7pPr>
            <a:lvl8pPr marL="3200424" indent="0">
              <a:buNone/>
              <a:defRPr sz="2000"/>
            </a:lvl8pPr>
            <a:lvl9pPr marL="3657627" indent="0">
              <a:buNone/>
              <a:defRPr sz="2000"/>
            </a:lvl9pPr>
          </a:lstStyle>
          <a:p>
            <a:pPr>
              <a:defRPr/>
            </a:pPr>
            <a:br>
              <a:rPr lang="de-DE"/>
            </a:br>
            <a:r>
              <a:rPr lang="de-DE"/>
              <a:t>Bild einfügen &gt;&gt; Menü &gt; Einfügen &gt; Bilder</a:t>
            </a:r>
            <a:endParaRPr/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Campus Sontheim</a:t>
            </a:r>
            <a:endParaRPr/>
          </a:p>
        </p:txBody>
      </p:sp>
      <p:sp>
        <p:nvSpPr>
          <p:cNvPr id="11" name="Vertikaler Textplatzhalter 2"/>
          <p:cNvSpPr>
            <a:spLocks noGrp="1"/>
          </p:cNvSpPr>
          <p:nvPr>
            <p:ph type="body" orient="vert" idx="13" hasCustomPrompt="1"/>
          </p:nvPr>
        </p:nvSpPr>
        <p:spPr bwMode="auto">
          <a:xfrm>
            <a:off x="0" y="971552"/>
            <a:ext cx="12192000" cy="5886449"/>
          </a:xfrm>
          <a:prstGeom prst="rect">
            <a:avLst/>
          </a:prstGeom>
          <a:blipFill>
            <a:blip r:embed="rId2"/>
            <a:stretch/>
          </a:blipFill>
        </p:spPr>
        <p:txBody>
          <a:bodyPr vert="horz" lIns="1954800" tIns="1389600" rIns="1501200"/>
          <a:lstStyle>
            <a:lvl1pPr>
              <a:lnSpc>
                <a:spcPct val="108000"/>
              </a:lnSpc>
              <a:spcAft>
                <a:spcPts val="0"/>
              </a:spcAft>
              <a:defRPr sz="33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144000"/>
              </a:lnSpc>
              <a:spcBef>
                <a:spcPts val="2800"/>
              </a:spcBef>
              <a:spcAft>
                <a:spcPts val="0"/>
              </a:spcAft>
              <a:buNone/>
              <a:defRPr sz="1500" b="1">
                <a:solidFill>
                  <a:schemeClr val="bg1"/>
                </a:solidFill>
                <a:latin typeface="+mj-lt"/>
              </a:defRPr>
            </a:lvl2pPr>
            <a:lvl3pPr marL="0" indent="0">
              <a:lnSpc>
                <a:spcPct val="144000"/>
              </a:lnSpc>
              <a:spcBef>
                <a:spcPts val="2800"/>
              </a:spcBef>
              <a:spcAft>
                <a:spcPts val="0"/>
              </a:spcAft>
              <a:buFont typeface="Arial"/>
              <a:buNone/>
              <a:defRPr sz="1500" b="1">
                <a:solidFill>
                  <a:schemeClr val="bg1"/>
                </a:solidFill>
                <a:latin typeface="+mj-lt"/>
              </a:defRPr>
            </a:lvl3pPr>
            <a:lvl4pPr marL="0" indent="0">
              <a:lnSpc>
                <a:spcPct val="144000"/>
              </a:lnSpc>
              <a:spcBef>
                <a:spcPts val="2800"/>
              </a:spcBef>
              <a:spcAft>
                <a:spcPts val="0"/>
              </a:spcAft>
              <a:buFont typeface="Arial"/>
              <a:buNone/>
              <a:defRPr sz="1500" b="1">
                <a:solidFill>
                  <a:schemeClr val="bg1"/>
                </a:solidFill>
                <a:latin typeface="+mj-lt"/>
              </a:defRPr>
            </a:lvl4pPr>
            <a:lvl5pPr marL="0" indent="0">
              <a:lnSpc>
                <a:spcPct val="144000"/>
              </a:lnSpc>
              <a:spcBef>
                <a:spcPts val="2800"/>
              </a:spcBef>
              <a:spcAft>
                <a:spcPts val="0"/>
              </a:spcAft>
              <a:buNone/>
              <a:defRPr sz="1500" b="1">
                <a:solidFill>
                  <a:schemeClr val="bg1"/>
                </a:solidFill>
                <a:latin typeface="+mj-lt"/>
              </a:defRPr>
            </a:lvl5pPr>
            <a:lvl6pPr marL="0" indent="0">
              <a:lnSpc>
                <a:spcPct val="144000"/>
              </a:lnSpc>
              <a:spcBef>
                <a:spcPts val="2800"/>
              </a:spcBef>
              <a:spcAft>
                <a:spcPts val="0"/>
              </a:spcAft>
              <a:buNone/>
              <a:defRPr sz="1500" b="1">
                <a:solidFill>
                  <a:schemeClr val="bg1"/>
                </a:solidFill>
                <a:latin typeface="+mj-lt"/>
              </a:defRPr>
            </a:lvl6pPr>
            <a:lvl7pPr marL="0" indent="0">
              <a:lnSpc>
                <a:spcPct val="144000"/>
              </a:lnSpc>
              <a:spcBef>
                <a:spcPts val="2800"/>
              </a:spcBef>
              <a:spcAft>
                <a:spcPts val="0"/>
              </a:spcAft>
              <a:buFont typeface="Arial"/>
              <a:buNone/>
              <a:defRPr sz="1500" b="1">
                <a:solidFill>
                  <a:schemeClr val="bg1"/>
                </a:solidFill>
                <a:latin typeface="+mj-lt"/>
              </a:defRPr>
            </a:lvl7pPr>
            <a:lvl8pPr marL="0" indent="0">
              <a:lnSpc>
                <a:spcPct val="144000"/>
              </a:lnSpc>
              <a:spcBef>
                <a:spcPts val="2800"/>
              </a:spcBef>
              <a:spcAft>
                <a:spcPts val="0"/>
              </a:spcAft>
              <a:buFont typeface="Arial"/>
              <a:buNone/>
              <a:defRPr sz="1500" b="1">
                <a:solidFill>
                  <a:schemeClr val="bg1"/>
                </a:solidFill>
                <a:latin typeface="+mj-lt"/>
              </a:defRPr>
            </a:lvl8pPr>
            <a:lvl9pPr marL="0" indent="0">
              <a:lnSpc>
                <a:spcPct val="144000"/>
              </a:lnSpc>
              <a:spcBef>
                <a:spcPts val="2800"/>
              </a:spcBef>
              <a:spcAft>
                <a:spcPts val="0"/>
              </a:spcAft>
              <a:buFont typeface="Arial"/>
              <a:buNone/>
              <a:defRPr sz="1500" b="1">
                <a:solidFill>
                  <a:schemeClr val="bg1"/>
                </a:solidFill>
                <a:latin typeface="+mj-lt"/>
              </a:defRPr>
            </a:lvl9pPr>
          </a:lstStyle>
          <a:p>
            <a:pPr lvl="0">
              <a:defRPr/>
            </a:pPr>
            <a:r>
              <a:rPr lang="de-DE"/>
              <a:t>Zitat auf erster Ebene // für Autor &gt;&gt; Menü &gt; Start &gt; Absatz &gt; Listenebne erhöhen 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 bwMode="auto">
          <a:xfrm>
            <a:off x="9883778" y="6515213"/>
            <a:ext cx="1899711" cy="216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/>
              <a:t>‹Nr.›</a:t>
            </a:fld>
            <a:endParaRPr lang="de-DE"/>
          </a:p>
        </p:txBody>
      </p:sp>
      <p:grpSp>
        <p:nvGrpSpPr>
          <p:cNvPr id="13" name="Regieanweisungen"/>
          <p:cNvGrpSpPr/>
          <p:nvPr userDrawn="1"/>
        </p:nvGrpSpPr>
        <p:grpSpPr bwMode="auto">
          <a:xfrm>
            <a:off x="-2352000" y="-468000"/>
            <a:ext cx="17280000" cy="7668001"/>
            <a:chOff x="-1764000" y="-468001"/>
            <a:chExt cx="12960000" cy="7668001"/>
          </a:xfrm>
        </p:grpSpPr>
        <p:sp>
          <p:nvSpPr>
            <p:cNvPr id="14" name="Hilfslinien"/>
            <p:cNvSpPr txBox="1"/>
            <p:nvPr userDrawn="1"/>
          </p:nvSpPr>
          <p:spPr bwMode="auto">
            <a:xfrm rot="10800000" flipH="1" flipV="1">
              <a:off x="4571999" y="-468000"/>
              <a:ext cx="4265614" cy="360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b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r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Hilfslinien anzeigen über Menu: </a:t>
              </a:r>
              <a:endParaRPr/>
            </a:p>
            <a:p>
              <a:pPr marL="0" marR="0" lvl="0" indent="0" algn="r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Ansicht &gt; Anzeigen &gt;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Haken</a:t>
              </a: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bei</a:t>
              </a: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 Führungslinien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setzen</a:t>
              </a:r>
              <a:endParaRPr/>
            </a:p>
          </p:txBody>
        </p:sp>
        <p:sp>
          <p:nvSpPr>
            <p:cNvPr id="15" name="Zurücksetzen"/>
            <p:cNvSpPr txBox="1"/>
            <p:nvPr userDrawn="1"/>
          </p:nvSpPr>
          <p:spPr bwMode="auto">
            <a:xfrm rot="10800000" flipH="1" flipV="1">
              <a:off x="9252000" y="-1"/>
              <a:ext cx="1944000" cy="898525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Folie in Ursprungsform </a:t>
              </a:r>
              <a:endParaRPr/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bringen über Menu:</a:t>
              </a:r>
              <a:endParaRPr/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Start &gt; Folien &gt; Zurücksetzen</a:t>
              </a:r>
              <a:endParaRPr/>
            </a:p>
          </p:txBody>
        </p:sp>
        <p:sp>
          <p:nvSpPr>
            <p:cNvPr id="16" name="Layoutwechsel"/>
            <p:cNvSpPr txBox="1"/>
            <p:nvPr userDrawn="1"/>
          </p:nvSpPr>
          <p:spPr bwMode="auto">
            <a:xfrm rot="10800000" flipH="1" flipV="1">
              <a:off x="9252000" y="1008000"/>
              <a:ext cx="1944000" cy="504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Wechsel des Folienlayouts </a:t>
              </a:r>
              <a:br>
                <a:rPr lang="de-DE" sz="1000" b="0">
                  <a:solidFill>
                    <a:schemeClr val="tx1"/>
                  </a:solidFill>
                  <a:latin typeface="Arial"/>
                </a:rPr>
              </a:br>
              <a:r>
                <a:rPr lang="de-DE" sz="1000" b="0">
                  <a:solidFill>
                    <a:schemeClr val="tx1"/>
                  </a:solidFill>
                  <a:latin typeface="Arial"/>
                </a:rPr>
                <a:t>im Menü über:</a:t>
              </a:r>
              <a:endParaRPr/>
            </a:p>
            <a:p>
              <a:pPr marL="0" marR="0" lvl="0" indent="0" algn="l" defTabSz="251725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Start &gt; Folien &gt; Layout</a:t>
              </a:r>
              <a:endParaRPr/>
            </a:p>
          </p:txBody>
        </p:sp>
        <p:sp>
          <p:nvSpPr>
            <p:cNvPr id="18" name="Text // Listenebene erhöhen"/>
            <p:cNvSpPr txBox="1"/>
            <p:nvPr userDrawn="1"/>
          </p:nvSpPr>
          <p:spPr bwMode="auto">
            <a:xfrm>
              <a:off x="-1764000" y="3042062"/>
              <a:ext cx="898412" cy="288000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noAutofit/>
            </a:bodyPr>
            <a:lstStyle/>
            <a:p>
              <a:pPr marL="0" marR="0" lvl="0" indent="0" algn="r" defTabSz="251725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Listenebene</a:t>
              </a:r>
              <a:endParaRPr/>
            </a:p>
            <a:p>
              <a:pPr marL="0" marR="0" lvl="0" indent="0" algn="r" defTabSz="251725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erhöhen</a:t>
              </a:r>
              <a:endParaRPr/>
            </a:p>
          </p:txBody>
        </p:sp>
        <p:sp>
          <p:nvSpPr>
            <p:cNvPr id="19" name="Text // Listenebene verringern"/>
            <p:cNvSpPr txBox="1"/>
            <p:nvPr userDrawn="1"/>
          </p:nvSpPr>
          <p:spPr bwMode="auto">
            <a:xfrm>
              <a:off x="-1764000" y="3438062"/>
              <a:ext cx="898412" cy="288001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noAutofit/>
            </a:bodyPr>
            <a:lstStyle/>
            <a:p>
              <a:pPr marL="0" marR="0" lvl="0" indent="0" algn="r" defTabSz="251725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Listenebene</a:t>
              </a:r>
              <a:endParaRPr/>
            </a:p>
            <a:p>
              <a:pPr marL="0" marR="0" lvl="0" indent="0" algn="r" defTabSz="251725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verringern</a:t>
              </a:r>
              <a:endParaRPr/>
            </a:p>
          </p:txBody>
        </p:sp>
        <p:sp>
          <p:nvSpPr>
            <p:cNvPr id="20" name="Listenebenen"/>
            <p:cNvSpPr txBox="1"/>
            <p:nvPr userDrawn="1"/>
          </p:nvSpPr>
          <p:spPr bwMode="auto">
            <a:xfrm rot="10800000" flipH="1" flipV="1">
              <a:off x="-1690413" y="2124000"/>
              <a:ext cx="1584000" cy="792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r" defTabSz="251725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Wechsel der Textebene</a:t>
              </a:r>
              <a:endParaRPr/>
            </a:p>
            <a:p>
              <a:pPr marL="0" marR="0" lvl="0" indent="0" algn="r" defTabSz="251725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im Menü über: </a:t>
              </a:r>
              <a:br>
                <a:rPr lang="de-DE" sz="1000" b="0">
                  <a:solidFill>
                    <a:schemeClr val="tx1"/>
                  </a:solidFill>
                  <a:latin typeface="Arial"/>
                </a:rPr>
              </a:br>
              <a:r>
                <a:rPr lang="de-DE" sz="1000" b="1">
                  <a:solidFill>
                    <a:schemeClr val="tx1"/>
                  </a:solidFill>
                  <a:latin typeface="Arial"/>
                </a:rPr>
                <a:t>Start &gt; Absatz &gt; Listenebene erhöhen/verringern</a:t>
              </a:r>
              <a:endParaRPr/>
            </a:p>
          </p:txBody>
        </p:sp>
        <p:pic>
          <p:nvPicPr>
            <p:cNvPr id="21" name="Bild // Listenebene verringern"/>
            <p:cNvPicPr>
              <a:picLocks noChangeAspect="1"/>
            </p:cNvPicPr>
            <p:nvPr userDrawn="1"/>
          </p:nvPicPr>
          <p:blipFill>
            <a:blip r:embed="rId3"/>
            <a:stretch/>
          </p:blipFill>
          <p:spPr bwMode="auto">
            <a:xfrm>
              <a:off x="-792000" y="3438062"/>
              <a:ext cx="622082" cy="288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2" name="Bild // Listenebene erhöhen"/>
            <p:cNvPicPr>
              <a:picLocks noChangeAspect="1"/>
            </p:cNvPicPr>
            <p:nvPr userDrawn="1"/>
          </p:nvPicPr>
          <p:blipFill>
            <a:blip r:embed="rId4"/>
            <a:stretch/>
          </p:blipFill>
          <p:spPr bwMode="auto">
            <a:xfrm>
              <a:off x="-792000" y="3042062"/>
              <a:ext cx="622082" cy="288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3" name="Fußzeile"/>
            <p:cNvSpPr txBox="1"/>
            <p:nvPr userDrawn="1"/>
          </p:nvSpPr>
          <p:spPr bwMode="auto">
            <a:xfrm rot="10800000" flipH="1" flipV="1">
              <a:off x="304801" y="6984000"/>
              <a:ext cx="5531474" cy="216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Fußzeile anpassen: </a:t>
              </a:r>
              <a:r>
                <a:rPr lang="de-DE" sz="1000" b="1">
                  <a:solidFill>
                    <a:schemeClr val="tx1"/>
                  </a:solidFill>
                  <a:latin typeface="Arial"/>
                </a:rPr>
                <a:t>Einfügen &gt; Text &gt; Kopf- und Fußzeile</a:t>
              </a:r>
              <a:endParaRPr/>
            </a:p>
          </p:txBody>
        </p:sp>
        <p:sp>
          <p:nvSpPr>
            <p:cNvPr id="24" name="Kopfzeile"/>
            <p:cNvSpPr txBox="1"/>
            <p:nvPr userDrawn="1"/>
          </p:nvSpPr>
          <p:spPr bwMode="auto">
            <a:xfrm rot="10800000" flipH="1" flipV="1">
              <a:off x="304800" y="-468001"/>
              <a:ext cx="4267199" cy="360002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b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Kopfzeile anpassen: </a:t>
              </a:r>
              <a:r>
                <a:rPr lang="de-DE" sz="1000" b="1">
                  <a:solidFill>
                    <a:schemeClr val="tx1"/>
                  </a:solidFill>
                  <a:latin typeface="Arial"/>
                </a:rPr>
                <a:t>Einfügen &gt; Text &gt; Kopf- und Fußzeile</a:t>
              </a:r>
              <a:endParaRPr/>
            </a:p>
          </p:txBody>
        </p:sp>
      </p:grpSp>
      <p:pic>
        <p:nvPicPr>
          <p:cNvPr id="26" name="Logo HHN"/>
          <p:cNvPicPr>
            <a:picLocks noChangeAspect="1"/>
          </p:cNvPicPr>
          <p:nvPr userDrawn="1"/>
        </p:nvPicPr>
        <p:blipFill>
          <a:blip r:embed="rId5"/>
          <a:stretch/>
        </p:blipFill>
        <p:spPr bwMode="auto">
          <a:xfrm>
            <a:off x="10359513" y="307131"/>
            <a:ext cx="1423970" cy="480852"/>
          </a:xfrm>
          <a:prstGeom prst="rect">
            <a:avLst/>
          </a:prstGeom>
        </p:spPr>
      </p:pic>
      <p:sp>
        <p:nvSpPr>
          <p:cNvPr id="28" name="Titel 9"/>
          <p:cNvSpPr>
            <a:spLocks noGrp="1"/>
          </p:cNvSpPr>
          <p:nvPr>
            <p:ph type="title" hasCustomPrompt="1"/>
          </p:nvPr>
        </p:nvSpPr>
        <p:spPr bwMode="auto">
          <a:xfrm>
            <a:off x="0" y="1684080"/>
            <a:ext cx="1321200" cy="1119600"/>
          </a:xfrm>
          <a:prstGeom prst="rect">
            <a:avLst/>
          </a:prstGeom>
          <a:blipFill>
            <a:blip r:embed="rId6"/>
            <a:stretch/>
          </a:blipFill>
        </p:spPr>
        <p:txBody>
          <a:bodyPr wrap="none" rIns="1454400" anchor="t" anchorCtr="0"/>
          <a:lstStyle>
            <a:lvl1pPr algn="r">
              <a:defRPr sz="1000"/>
            </a:lvl1pPr>
          </a:lstStyle>
          <a:p>
            <a:pPr>
              <a:defRPr/>
            </a:pPr>
            <a:r>
              <a:rPr lang="pt-BR"/>
              <a:t>Bitte nicht</a:t>
            </a:r>
            <a:br>
              <a:rPr lang="pt-BR"/>
            </a:br>
            <a:r>
              <a:rPr lang="pt-BR"/>
              <a:t>verschieben</a:t>
            </a:r>
            <a:endParaRPr lang="de-DE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Headline // Info // 2 Inhalt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Campus Sontheim</a:t>
            </a:r>
            <a:endParaRPr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/>
              <a:t>‹Nr.›</a:t>
            </a:fld>
            <a:endParaRPr lang="de-DE"/>
          </a:p>
        </p:txBody>
      </p:sp>
      <p:sp>
        <p:nvSpPr>
          <p:cNvPr id="10" name="Titel 9"/>
          <p:cNvSpPr>
            <a:spLocks noGrp="1"/>
          </p:cNvSpPr>
          <p:nvPr>
            <p:ph type="title" hasCustomPrompt="1"/>
          </p:nvPr>
        </p:nvSpPr>
        <p:spPr bwMode="auto"/>
        <p:txBody>
          <a:bodyPr/>
          <a:lstStyle/>
          <a:p>
            <a:pPr>
              <a:defRPr/>
            </a:pPr>
            <a:r>
              <a:rPr lang="pt-BR"/>
              <a:t>Headline einfügen</a:t>
            </a:r>
            <a:br>
              <a:rPr lang="pt-BR"/>
            </a:br>
            <a:r>
              <a:rPr lang="pt-BR"/>
              <a:t>über zwei Zeilen</a:t>
            </a:r>
            <a:endParaRPr lang="de-DE"/>
          </a:p>
        </p:txBody>
      </p:sp>
      <p:sp>
        <p:nvSpPr>
          <p:cNvPr id="11" name="Vertikaler Textplatzhalter 2"/>
          <p:cNvSpPr>
            <a:spLocks noGrp="1"/>
          </p:cNvSpPr>
          <p:nvPr>
            <p:ph type="body" orient="vert" idx="13" hasCustomPrompt="1"/>
          </p:nvPr>
        </p:nvSpPr>
        <p:spPr bwMode="auto">
          <a:xfrm>
            <a:off x="406405" y="2033700"/>
            <a:ext cx="11377084" cy="396000"/>
          </a:xfrm>
        </p:spPr>
        <p:txBody>
          <a:bodyPr vert="horz"/>
          <a:lstStyle>
            <a:lvl1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2000" b="0">
                <a:solidFill>
                  <a:schemeClr val="tx1"/>
                </a:solidFill>
                <a:latin typeface="+mn-lt"/>
              </a:defRPr>
            </a:lvl1pPr>
            <a:lvl2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chemeClr val="tx1"/>
                </a:solidFill>
                <a:latin typeface="+mn-lt"/>
              </a:defRPr>
            </a:lvl2pPr>
            <a:lvl3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2000" b="0">
                <a:solidFill>
                  <a:schemeClr val="tx1"/>
                </a:solidFill>
                <a:latin typeface="+mn-lt"/>
              </a:defRPr>
            </a:lvl3pPr>
            <a:lvl4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2000" b="0">
                <a:solidFill>
                  <a:schemeClr val="tx1"/>
                </a:solidFill>
                <a:latin typeface="+mn-lt"/>
              </a:defRPr>
            </a:lvl4pPr>
            <a:lvl5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chemeClr val="tx1"/>
                </a:solidFill>
                <a:latin typeface="+mn-lt"/>
              </a:defRPr>
            </a:lvl5pPr>
            <a:lvl6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chemeClr val="tx1"/>
                </a:solidFill>
                <a:latin typeface="+mn-lt"/>
              </a:defRPr>
            </a:lvl6pPr>
            <a:lvl7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2000" b="0">
                <a:solidFill>
                  <a:schemeClr val="tx1"/>
                </a:solidFill>
                <a:latin typeface="+mn-lt"/>
              </a:defRPr>
            </a:lvl7pPr>
            <a:lvl8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2000" b="0">
                <a:solidFill>
                  <a:schemeClr val="tx1"/>
                </a:solidFill>
                <a:latin typeface="+mn-lt"/>
              </a:defRPr>
            </a:lvl8pPr>
            <a:lvl9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2000" b="0">
                <a:solidFill>
                  <a:schemeClr val="tx1"/>
                </a:solidFill>
                <a:latin typeface="+mn-lt"/>
              </a:defRPr>
            </a:lvl9pPr>
          </a:lstStyle>
          <a:p>
            <a:pPr lvl="0">
              <a:defRPr/>
            </a:pPr>
            <a:r>
              <a:rPr lang="de-DE"/>
              <a:t>Kurze Info zum Inhalt</a:t>
            </a:r>
            <a:endParaRPr/>
          </a:p>
        </p:txBody>
      </p:sp>
      <p:sp>
        <p:nvSpPr>
          <p:cNvPr id="12" name="Inhaltsplatzhalter 2"/>
          <p:cNvSpPr>
            <a:spLocks noGrp="1"/>
          </p:cNvSpPr>
          <p:nvPr>
            <p:ph idx="1" hasCustomPrompt="1"/>
          </p:nvPr>
        </p:nvSpPr>
        <p:spPr bwMode="auto">
          <a:xfrm>
            <a:off x="406405" y="2565404"/>
            <a:ext cx="5592519" cy="3678237"/>
          </a:xfrm>
        </p:spPr>
        <p:txBody>
          <a:bodyPr/>
          <a:lstStyle>
            <a:lvl3pPr>
              <a:spcAft>
                <a:spcPts val="599"/>
              </a:spcAft>
              <a:defRPr/>
            </a:lvl3pPr>
          </a:lstStyle>
          <a:p>
            <a:pPr lvl="0">
              <a:defRPr/>
            </a:pPr>
            <a:r>
              <a:rPr lang="de-DE"/>
              <a:t>Text 22 Pt auf erster Ebene // für Aufzählung 22 Pt,  Text 20 Pt, Zwischenheadline und Aufzählungen 20 Pt &gt;&gt; Menü &gt; Start &gt; Absatz &gt; Listenebne erhöhen 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</p:txBody>
      </p:sp>
      <p:sp>
        <p:nvSpPr>
          <p:cNvPr id="13" name="Inhaltsplatzhalter 2"/>
          <p:cNvSpPr>
            <a:spLocks noGrp="1"/>
          </p:cNvSpPr>
          <p:nvPr>
            <p:ph idx="14" hasCustomPrompt="1"/>
          </p:nvPr>
        </p:nvSpPr>
        <p:spPr bwMode="auto">
          <a:xfrm>
            <a:off x="6192002" y="2565404"/>
            <a:ext cx="5591487" cy="3678237"/>
          </a:xfrm>
        </p:spPr>
        <p:txBody>
          <a:bodyPr/>
          <a:lstStyle>
            <a:lvl3pPr>
              <a:spcAft>
                <a:spcPts val="599"/>
              </a:spcAft>
              <a:defRPr/>
            </a:lvl3pPr>
          </a:lstStyle>
          <a:p>
            <a:pPr lvl="0">
              <a:defRPr/>
            </a:pPr>
            <a:r>
              <a:rPr lang="de-DE"/>
              <a:t>Text 22 Pt auf erster Ebene // für Aufzählung 22 Pt,  Text 20 Pt, Zwischenheadline und Aufzählungen 20 Pt &gt;&gt; Menü &gt; Start &gt; Absatz &gt; Listenebne erhöhen 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Headline // Info // Inhal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Campus Sontheim</a:t>
            </a:r>
            <a:endParaRPr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/>
              <a:t>‹Nr.›</a:t>
            </a:fld>
            <a:endParaRPr lang="de-DE"/>
          </a:p>
        </p:txBody>
      </p:sp>
      <p:sp>
        <p:nvSpPr>
          <p:cNvPr id="10" name="Titel 9"/>
          <p:cNvSpPr>
            <a:spLocks noGrp="1"/>
          </p:cNvSpPr>
          <p:nvPr>
            <p:ph type="title" hasCustomPrompt="1"/>
          </p:nvPr>
        </p:nvSpPr>
        <p:spPr bwMode="auto"/>
        <p:txBody>
          <a:bodyPr/>
          <a:lstStyle/>
          <a:p>
            <a:pPr>
              <a:defRPr/>
            </a:pPr>
            <a:r>
              <a:rPr lang="pt-BR"/>
              <a:t>Headline einfügen</a:t>
            </a:r>
            <a:br>
              <a:rPr lang="pt-BR"/>
            </a:br>
            <a:r>
              <a:rPr lang="pt-BR"/>
              <a:t>über zwei Zeilen</a:t>
            </a:r>
            <a:endParaRPr lang="de-DE"/>
          </a:p>
        </p:txBody>
      </p:sp>
      <p:sp>
        <p:nvSpPr>
          <p:cNvPr id="11" name="Vertikaler Textplatzhalter 2"/>
          <p:cNvSpPr>
            <a:spLocks noGrp="1"/>
          </p:cNvSpPr>
          <p:nvPr>
            <p:ph type="body" orient="vert" idx="13" hasCustomPrompt="1"/>
          </p:nvPr>
        </p:nvSpPr>
        <p:spPr bwMode="auto">
          <a:xfrm>
            <a:off x="406400" y="2033700"/>
            <a:ext cx="11377085" cy="396000"/>
          </a:xfrm>
        </p:spPr>
        <p:txBody>
          <a:bodyPr vert="horz"/>
          <a:lstStyle>
            <a:lvl1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2000" b="0">
                <a:solidFill>
                  <a:schemeClr val="tx1"/>
                </a:solidFill>
                <a:latin typeface="+mn-lt"/>
              </a:defRPr>
            </a:lvl1pPr>
            <a:lvl2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chemeClr val="tx1"/>
                </a:solidFill>
                <a:latin typeface="+mn-lt"/>
              </a:defRPr>
            </a:lvl2pPr>
            <a:lvl3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2000" b="0">
                <a:solidFill>
                  <a:schemeClr val="tx1"/>
                </a:solidFill>
                <a:latin typeface="+mn-lt"/>
              </a:defRPr>
            </a:lvl3pPr>
            <a:lvl4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2000" b="0">
                <a:solidFill>
                  <a:schemeClr val="tx1"/>
                </a:solidFill>
                <a:latin typeface="+mn-lt"/>
              </a:defRPr>
            </a:lvl4pPr>
            <a:lvl5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chemeClr val="tx1"/>
                </a:solidFill>
                <a:latin typeface="+mn-lt"/>
              </a:defRPr>
            </a:lvl5pPr>
            <a:lvl6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chemeClr val="tx1"/>
                </a:solidFill>
                <a:latin typeface="+mn-lt"/>
              </a:defRPr>
            </a:lvl6pPr>
            <a:lvl7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2000" b="0">
                <a:solidFill>
                  <a:schemeClr val="tx1"/>
                </a:solidFill>
                <a:latin typeface="+mn-lt"/>
              </a:defRPr>
            </a:lvl7pPr>
            <a:lvl8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2000" b="0">
                <a:solidFill>
                  <a:schemeClr val="tx1"/>
                </a:solidFill>
                <a:latin typeface="+mn-lt"/>
              </a:defRPr>
            </a:lvl8pPr>
            <a:lvl9pPr marL="0" indent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2000" b="0">
                <a:solidFill>
                  <a:schemeClr val="tx1"/>
                </a:solidFill>
                <a:latin typeface="+mn-lt"/>
              </a:defRPr>
            </a:lvl9pPr>
          </a:lstStyle>
          <a:p>
            <a:pPr lvl="0">
              <a:defRPr/>
            </a:pPr>
            <a:r>
              <a:rPr lang="de-DE"/>
              <a:t>Kurze Info zum Inhalt</a:t>
            </a:r>
            <a:endParaRPr/>
          </a:p>
        </p:txBody>
      </p:sp>
      <p:sp>
        <p:nvSpPr>
          <p:cNvPr id="12" name="Inhaltsplatzhalter 2"/>
          <p:cNvSpPr>
            <a:spLocks noGrp="1"/>
          </p:cNvSpPr>
          <p:nvPr>
            <p:ph idx="1" hasCustomPrompt="1"/>
          </p:nvPr>
        </p:nvSpPr>
        <p:spPr bwMode="auto">
          <a:xfrm>
            <a:off x="406405" y="2565404"/>
            <a:ext cx="11377084" cy="3678237"/>
          </a:xfrm>
        </p:spPr>
        <p:txBody>
          <a:bodyPr/>
          <a:lstStyle>
            <a:lvl3pPr>
              <a:spcAft>
                <a:spcPts val="599"/>
              </a:spcAft>
              <a:defRPr/>
            </a:lvl3pPr>
          </a:lstStyle>
          <a:p>
            <a:pPr lvl="0">
              <a:defRPr/>
            </a:pPr>
            <a:r>
              <a:rPr lang="de-DE"/>
              <a:t>Text 22 Pt auf erster Ebene // für Aufzählung 22 Pt,  Text 20 Pt, Zwischenheadline und Aufzählungen 20 Pt &gt;&gt; Menü &gt; Start &gt; Absatz &gt; Listenebne erhöhen 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  <a:endParaRPr/>
          </a:p>
          <a:p>
            <a:pPr lvl="5">
              <a:defRPr/>
            </a:pPr>
            <a:r>
              <a:rPr lang="de-DE"/>
              <a:t>Sechste Ebene</a:t>
            </a:r>
            <a:endParaRPr/>
          </a:p>
          <a:p>
            <a:pPr lvl="6">
              <a:defRPr/>
            </a:pPr>
            <a:r>
              <a:rPr lang="de-DE"/>
              <a:t>Siebte Ebene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Nur Titel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/>
          <a:lstStyle/>
          <a:p>
            <a:pPr>
              <a:defRPr/>
            </a:pPr>
            <a:r>
              <a:rPr lang="pt-BR"/>
              <a:t>Headline einfügen</a:t>
            </a:r>
            <a:br>
              <a:rPr lang="pt-BR"/>
            </a:br>
            <a:r>
              <a:rPr lang="pt-BR"/>
              <a:t>über zwei Zeilen</a:t>
            </a:r>
            <a:endParaRPr lang="de-DE"/>
          </a:p>
        </p:txBody>
      </p:sp>
      <p:sp>
        <p:nvSpPr>
          <p:cNvPr id="6" name="Datumsplatzhalter 5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Campus Sontheim</a:t>
            </a:r>
            <a:endParaRPr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8" name="Foliennummernplatzhalter 7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/>
              <a:t>‹Nr.›</a:t>
            </a:fld>
            <a:endParaRPr lang="de-DE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Schlussfoli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" name="Hintergrund"/>
          <p:cNvPicPr>
            <a:picLocks noChangeAspect="1"/>
          </p:cNvPicPr>
          <p:nvPr userDrawn="1"/>
        </p:nvPicPr>
        <p:blipFill>
          <a:blip r:embed="rId2"/>
          <a:srcRect t="14167"/>
          <a:stretch/>
        </p:blipFill>
        <p:spPr bwMode="auto">
          <a:xfrm>
            <a:off x="0" y="971552"/>
            <a:ext cx="12192000" cy="5886449"/>
          </a:xfrm>
          <a:prstGeom prst="rect">
            <a:avLst/>
          </a:prstGeom>
        </p:spPr>
      </p:pic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de-DE"/>
              <a:t>Campus Sontheim</a:t>
            </a:r>
            <a:endParaRPr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11" name="Foliennummernplatzhalter 10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/>
              <a:t>‹Nr.›</a:t>
            </a:fld>
            <a:endParaRPr lang="de-DE"/>
          </a:p>
        </p:txBody>
      </p:sp>
      <p:sp>
        <p:nvSpPr>
          <p:cNvPr id="13" name="Vertikaler Textplatzhalter 2"/>
          <p:cNvSpPr>
            <a:spLocks noGrp="1"/>
          </p:cNvSpPr>
          <p:nvPr>
            <p:ph type="body" orient="vert" idx="13" hasCustomPrompt="1"/>
          </p:nvPr>
        </p:nvSpPr>
        <p:spPr bwMode="auto">
          <a:xfrm>
            <a:off x="2088000" y="4284000"/>
            <a:ext cx="9695489" cy="1959639"/>
          </a:xfrm>
        </p:spPr>
        <p:txBody>
          <a:bodyPr vert="horz"/>
          <a:lstStyle>
            <a:lvl1pPr marL="0" marR="0" indent="0" algn="l" defTabSz="914407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defRPr sz="2000" b="0">
                <a:solidFill>
                  <a:schemeClr val="bg1"/>
                </a:solidFill>
                <a:latin typeface="+mn-lt"/>
              </a:defRPr>
            </a:lvl1pPr>
            <a:lvl2pPr marL="0" indent="0">
              <a:lnSpc>
                <a:spcPct val="105000"/>
              </a:lnSpc>
              <a:spcBef>
                <a:spcPts val="1250"/>
              </a:spcBef>
              <a:spcAft>
                <a:spcPts val="0"/>
              </a:spcAft>
              <a:buNone/>
              <a:defRPr sz="2000" b="1">
                <a:solidFill>
                  <a:schemeClr val="bg1"/>
                </a:solidFill>
                <a:latin typeface="+mj-lt"/>
              </a:defRPr>
            </a:lvl2pPr>
            <a:lvl3pPr marL="0" indent="0">
              <a:lnSpc>
                <a:spcPct val="105000"/>
              </a:lnSpc>
              <a:spcBef>
                <a:spcPts val="1250"/>
              </a:spcBef>
              <a:spcAft>
                <a:spcPts val="0"/>
              </a:spcAft>
              <a:buFont typeface="Arial"/>
              <a:buNone/>
              <a:defRPr sz="2000" b="1">
                <a:solidFill>
                  <a:schemeClr val="bg1"/>
                </a:solidFill>
                <a:latin typeface="+mj-lt"/>
              </a:defRPr>
            </a:lvl3pPr>
            <a:lvl4pPr marL="0" indent="0">
              <a:lnSpc>
                <a:spcPct val="105000"/>
              </a:lnSpc>
              <a:spcBef>
                <a:spcPts val="1250"/>
              </a:spcBef>
              <a:spcAft>
                <a:spcPts val="0"/>
              </a:spcAft>
              <a:buFont typeface="Arial"/>
              <a:buNone/>
              <a:defRPr sz="2000" b="1">
                <a:solidFill>
                  <a:schemeClr val="bg1"/>
                </a:solidFill>
                <a:latin typeface="+mj-lt"/>
              </a:defRPr>
            </a:lvl4pPr>
            <a:lvl5pPr marL="0" indent="0">
              <a:lnSpc>
                <a:spcPct val="105000"/>
              </a:lnSpc>
              <a:spcBef>
                <a:spcPts val="1250"/>
              </a:spcBef>
              <a:spcAft>
                <a:spcPts val="0"/>
              </a:spcAft>
              <a:buNone/>
              <a:defRPr sz="2000" b="1">
                <a:solidFill>
                  <a:schemeClr val="bg1"/>
                </a:solidFill>
                <a:latin typeface="+mj-lt"/>
              </a:defRPr>
            </a:lvl5pPr>
            <a:lvl6pPr marL="0" indent="0">
              <a:lnSpc>
                <a:spcPct val="105000"/>
              </a:lnSpc>
              <a:spcBef>
                <a:spcPts val="1250"/>
              </a:spcBef>
              <a:spcAft>
                <a:spcPts val="0"/>
              </a:spcAft>
              <a:buNone/>
              <a:defRPr sz="2000" b="1">
                <a:solidFill>
                  <a:schemeClr val="bg1"/>
                </a:solidFill>
                <a:latin typeface="+mj-lt"/>
              </a:defRPr>
            </a:lvl6pPr>
            <a:lvl7pPr marL="0" indent="0">
              <a:lnSpc>
                <a:spcPct val="105000"/>
              </a:lnSpc>
              <a:spcBef>
                <a:spcPts val="1250"/>
              </a:spcBef>
              <a:spcAft>
                <a:spcPts val="0"/>
              </a:spcAft>
              <a:buFont typeface="Arial"/>
              <a:buNone/>
              <a:defRPr sz="2000" b="1">
                <a:solidFill>
                  <a:schemeClr val="bg1"/>
                </a:solidFill>
                <a:latin typeface="+mj-lt"/>
              </a:defRPr>
            </a:lvl7pPr>
            <a:lvl8pPr marL="0" indent="0">
              <a:lnSpc>
                <a:spcPct val="105000"/>
              </a:lnSpc>
              <a:spcBef>
                <a:spcPts val="1250"/>
              </a:spcBef>
              <a:spcAft>
                <a:spcPts val="0"/>
              </a:spcAft>
              <a:buFont typeface="Arial"/>
              <a:buNone/>
              <a:defRPr sz="2000" b="1">
                <a:solidFill>
                  <a:schemeClr val="bg1"/>
                </a:solidFill>
                <a:latin typeface="+mj-lt"/>
              </a:defRPr>
            </a:lvl8pPr>
            <a:lvl9pPr marL="0" indent="0">
              <a:lnSpc>
                <a:spcPct val="105000"/>
              </a:lnSpc>
              <a:spcBef>
                <a:spcPts val="1250"/>
              </a:spcBef>
              <a:spcAft>
                <a:spcPts val="0"/>
              </a:spcAft>
              <a:buFont typeface="Arial"/>
              <a:buNone/>
              <a:defRPr sz="2000" b="1">
                <a:solidFill>
                  <a:schemeClr val="bg1"/>
                </a:solidFill>
                <a:latin typeface="+mj-lt"/>
              </a:defRPr>
            </a:lvl9pPr>
          </a:lstStyle>
          <a:p>
            <a:pPr marL="0" marR="0" lvl="0" indent="0" algn="l" defTabSz="914407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defRPr/>
            </a:pPr>
            <a:r>
              <a:rPr lang="de-DE"/>
              <a:t>Bei Fragen kontaktieren Sie bitte:</a:t>
            </a:r>
            <a:br>
              <a:rPr lang="de-DE"/>
            </a:br>
            <a:r>
              <a:rPr lang="de-DE"/>
              <a:t>Vorname Nachname (Menü &gt; Listenebne erhöhen)</a:t>
            </a:r>
            <a:br>
              <a:rPr lang="de-DE"/>
            </a:br>
            <a:r>
              <a:rPr lang="de-DE"/>
              <a:t>Fakultät XY | Fachrichtung </a:t>
            </a:r>
            <a:br>
              <a:rPr lang="de-DE"/>
            </a:br>
            <a:r>
              <a:rPr lang="de-DE"/>
              <a:t>meike.muster@hs-heilbronn.de</a:t>
            </a:r>
            <a:endParaRPr/>
          </a:p>
        </p:txBody>
      </p:sp>
      <p:sp>
        <p:nvSpPr>
          <p:cNvPr id="12" name="Vertikaler Textplatzhalter 2"/>
          <p:cNvSpPr>
            <a:spLocks noGrp="1"/>
          </p:cNvSpPr>
          <p:nvPr>
            <p:ph type="body" orient="vert" idx="14" hasCustomPrompt="1"/>
          </p:nvPr>
        </p:nvSpPr>
        <p:spPr bwMode="auto">
          <a:xfrm>
            <a:off x="2087996" y="2097092"/>
            <a:ext cx="9695489" cy="1915337"/>
          </a:xfrm>
        </p:spPr>
        <p:txBody>
          <a:bodyPr vert="horz" anchor="ctr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5800" b="1" cap="all" spc="180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5800" b="1" cap="all" spc="300">
                <a:solidFill>
                  <a:schemeClr val="bg1"/>
                </a:solidFill>
                <a:latin typeface="+mj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5800" b="1" cap="all" spc="180">
                <a:solidFill>
                  <a:schemeClr val="bg1"/>
                </a:solidFill>
                <a:latin typeface="+mj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5800" b="1" cap="all" spc="180">
                <a:solidFill>
                  <a:schemeClr val="bg1"/>
                </a:solidFill>
                <a:latin typeface="+mj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5800" b="1" cap="all" spc="180">
                <a:solidFill>
                  <a:schemeClr val="bg1"/>
                </a:solidFill>
                <a:latin typeface="+mj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5800" b="1" cap="all" spc="180">
                <a:solidFill>
                  <a:schemeClr val="bg1"/>
                </a:solidFill>
                <a:latin typeface="+mj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5800" b="1" cap="all" spc="180">
                <a:solidFill>
                  <a:schemeClr val="bg1"/>
                </a:solidFill>
                <a:latin typeface="+mj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5800" b="1" cap="all" spc="180">
                <a:solidFill>
                  <a:schemeClr val="bg1"/>
                </a:solidFill>
                <a:latin typeface="+mj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defRPr sz="5800" b="1" cap="all" spc="180">
                <a:solidFill>
                  <a:schemeClr val="bg1"/>
                </a:solidFill>
                <a:latin typeface="+mj-lt"/>
              </a:defRPr>
            </a:lvl9pPr>
          </a:lstStyle>
          <a:p>
            <a:pPr lvl="0">
              <a:defRPr/>
            </a:pPr>
            <a:r>
              <a:rPr lang="de-DE"/>
              <a:t>Schlusswort</a:t>
            </a:r>
            <a:endParaRPr/>
          </a:p>
        </p:txBody>
      </p:sp>
      <p:sp>
        <p:nvSpPr>
          <p:cNvPr id="15" name="Bildplatzhalter 2"/>
          <p:cNvSpPr>
            <a:spLocks noGrp="1"/>
          </p:cNvSpPr>
          <p:nvPr>
            <p:ph type="pic" idx="15" hasCustomPrompt="1"/>
          </p:nvPr>
        </p:nvSpPr>
        <p:spPr bwMode="auto">
          <a:xfrm>
            <a:off x="576000" y="4716000"/>
            <a:ext cx="1080000" cy="1080000"/>
          </a:xfrm>
          <a:prstGeom prst="ellipse">
            <a:avLst/>
          </a:prstGeom>
          <a:noFill/>
        </p:spPr>
        <p:txBody>
          <a:bodyPr/>
          <a:lstStyle>
            <a:lvl1pPr marL="0" indent="0" algn="ctr">
              <a:spcAft>
                <a:spcPts val="0"/>
              </a:spcAft>
              <a:buNone/>
              <a:defRPr sz="14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de-DE"/>
              <a:t>Bild einfügen</a:t>
            </a: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3.emf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" name="Regieanweisungen"/>
          <p:cNvGrpSpPr/>
          <p:nvPr/>
        </p:nvGrpSpPr>
        <p:grpSpPr bwMode="auto">
          <a:xfrm>
            <a:off x="-2253886" y="-468000"/>
            <a:ext cx="17181886" cy="7668001"/>
            <a:chOff x="-1690413" y="-468001"/>
            <a:chExt cx="12886413" cy="7668001"/>
          </a:xfrm>
        </p:grpSpPr>
        <p:sp>
          <p:nvSpPr>
            <p:cNvPr id="11" name="Hilfslinien"/>
            <p:cNvSpPr txBox="1"/>
            <p:nvPr userDrawn="1"/>
          </p:nvSpPr>
          <p:spPr bwMode="auto">
            <a:xfrm rot="10800000" flipH="1" flipV="1">
              <a:off x="4571999" y="-468000"/>
              <a:ext cx="4264800" cy="360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b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r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Hilfslinien anzeigen über Menu: </a:t>
              </a:r>
              <a:endParaRPr/>
            </a:p>
            <a:p>
              <a:pPr marL="0" marR="0" lvl="0" indent="0" algn="r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Ansicht &gt; Anzeigen &gt;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Haken</a:t>
              </a: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bei</a:t>
              </a:r>
              <a:r>
                <a:rPr lang="de-DE" sz="1000" b="1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 Führungslinien </a:t>
              </a:r>
              <a:r>
                <a:rPr lang="de-DE" sz="1000" b="0" i="0" u="none" strike="noStrike" cap="none" spc="0">
                  <a:ln>
                    <a:noFill/>
                  </a:ln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setzen</a:t>
              </a:r>
              <a:endParaRPr/>
            </a:p>
          </p:txBody>
        </p:sp>
        <p:sp>
          <p:nvSpPr>
            <p:cNvPr id="13" name="Zurücksetzen"/>
            <p:cNvSpPr txBox="1"/>
            <p:nvPr userDrawn="1"/>
          </p:nvSpPr>
          <p:spPr bwMode="auto">
            <a:xfrm rot="10800000" flipH="1" flipV="1">
              <a:off x="9252000" y="-1"/>
              <a:ext cx="1944000" cy="898525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Folie in Ursprungsform </a:t>
              </a:r>
              <a:endParaRPr/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bringen über Menu:</a:t>
              </a:r>
              <a:endParaRPr/>
            </a:p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Start &gt; Folien &gt; Zurücksetzen</a:t>
              </a:r>
              <a:endParaRPr/>
            </a:p>
          </p:txBody>
        </p:sp>
        <p:sp>
          <p:nvSpPr>
            <p:cNvPr id="14" name="Layoutwechsel"/>
            <p:cNvSpPr txBox="1"/>
            <p:nvPr userDrawn="1"/>
          </p:nvSpPr>
          <p:spPr bwMode="auto">
            <a:xfrm rot="10800000" flipH="1" flipV="1">
              <a:off x="9252000" y="1008000"/>
              <a:ext cx="1944000" cy="504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Wechsel des Folienlayouts </a:t>
              </a:r>
              <a:br>
                <a:rPr lang="de-DE" sz="1000" b="0">
                  <a:solidFill>
                    <a:schemeClr val="tx1"/>
                  </a:solidFill>
                  <a:latin typeface="Arial"/>
                </a:rPr>
              </a:br>
              <a:r>
                <a:rPr lang="de-DE" sz="1000" b="0">
                  <a:solidFill>
                    <a:schemeClr val="tx1"/>
                  </a:solidFill>
                  <a:latin typeface="Arial"/>
                </a:rPr>
                <a:t>im Menü über:</a:t>
              </a:r>
              <a:endParaRPr/>
            </a:p>
            <a:p>
              <a:pPr marL="0" marR="0" lvl="0" indent="0" algn="l" defTabSz="251725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Start &gt; Folien &gt; Layout</a:t>
              </a:r>
              <a:endParaRPr/>
            </a:p>
          </p:txBody>
        </p:sp>
        <p:sp>
          <p:nvSpPr>
            <p:cNvPr id="15" name="Text // Listenebene erhöhen"/>
            <p:cNvSpPr txBox="1"/>
            <p:nvPr userDrawn="1"/>
          </p:nvSpPr>
          <p:spPr bwMode="auto">
            <a:xfrm>
              <a:off x="-1516796" y="2871934"/>
              <a:ext cx="898412" cy="288000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noAutofit/>
            </a:bodyPr>
            <a:lstStyle/>
            <a:p>
              <a:pPr marL="0" marR="0" lvl="0" indent="0" algn="r" defTabSz="251725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Listenebene</a:t>
              </a:r>
              <a:endParaRPr/>
            </a:p>
            <a:p>
              <a:pPr marL="0" marR="0" lvl="0" indent="0" algn="r" defTabSz="251725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erhöhen</a:t>
              </a:r>
              <a:endParaRPr/>
            </a:p>
          </p:txBody>
        </p:sp>
        <p:sp>
          <p:nvSpPr>
            <p:cNvPr id="16" name="Text // Listenebene verringern"/>
            <p:cNvSpPr txBox="1"/>
            <p:nvPr userDrawn="1"/>
          </p:nvSpPr>
          <p:spPr bwMode="auto">
            <a:xfrm>
              <a:off x="-1516796" y="3267934"/>
              <a:ext cx="898412" cy="288001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noAutofit/>
            </a:bodyPr>
            <a:lstStyle/>
            <a:p>
              <a:pPr marL="0" marR="0" lvl="0" indent="0" algn="r" defTabSz="251725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Listenebene</a:t>
              </a:r>
              <a:endParaRPr/>
            </a:p>
            <a:p>
              <a:pPr marL="0" marR="0" lvl="0" indent="0" algn="r" defTabSz="251725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1">
                  <a:solidFill>
                    <a:schemeClr val="tx1"/>
                  </a:solidFill>
                  <a:latin typeface="Arial"/>
                </a:rPr>
                <a:t>verringern</a:t>
              </a:r>
              <a:endParaRPr/>
            </a:p>
          </p:txBody>
        </p:sp>
        <p:sp>
          <p:nvSpPr>
            <p:cNvPr id="17" name="Listenebenen"/>
            <p:cNvSpPr txBox="1"/>
            <p:nvPr userDrawn="1"/>
          </p:nvSpPr>
          <p:spPr bwMode="auto">
            <a:xfrm rot="10800000" flipH="1" flipV="1">
              <a:off x="-1690413" y="2124000"/>
              <a:ext cx="1584000" cy="792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r" defTabSz="251725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Wechsel der Textebene</a:t>
              </a:r>
              <a:endParaRPr/>
            </a:p>
            <a:p>
              <a:pPr marL="0" marR="0" lvl="0" indent="0" algn="r" defTabSz="251725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im Menü über: </a:t>
              </a:r>
              <a:br>
                <a:rPr lang="de-DE" sz="1000" b="0">
                  <a:solidFill>
                    <a:schemeClr val="tx1"/>
                  </a:solidFill>
                  <a:latin typeface="Arial"/>
                </a:rPr>
              </a:br>
              <a:r>
                <a:rPr lang="de-DE" sz="1000" b="1">
                  <a:solidFill>
                    <a:schemeClr val="tx1"/>
                  </a:solidFill>
                  <a:latin typeface="Arial"/>
                </a:rPr>
                <a:t>Start &gt; Absatz &gt; Listenebene erhöhen/verringern</a:t>
              </a:r>
              <a:endParaRPr/>
            </a:p>
          </p:txBody>
        </p:sp>
        <p:pic>
          <p:nvPicPr>
            <p:cNvPr id="18" name="Bild // Listenebene verringern"/>
            <p:cNvPicPr>
              <a:picLocks noChangeAspect="1"/>
            </p:cNvPicPr>
            <p:nvPr userDrawn="1"/>
          </p:nvPicPr>
          <p:blipFill>
            <a:blip r:embed="rId15"/>
            <a:stretch/>
          </p:blipFill>
          <p:spPr bwMode="auto">
            <a:xfrm>
              <a:off x="-544788" y="3267934"/>
              <a:ext cx="385762" cy="238125"/>
            </a:xfrm>
            <a:prstGeom prst="rect">
              <a:avLst/>
            </a:prstGeom>
          </p:spPr>
        </p:pic>
        <p:pic>
          <p:nvPicPr>
            <p:cNvPr id="19" name="Bild // Listenebene erhöhen"/>
            <p:cNvPicPr>
              <a:picLocks noChangeAspect="1"/>
            </p:cNvPicPr>
            <p:nvPr userDrawn="1"/>
          </p:nvPicPr>
          <p:blipFill>
            <a:blip r:embed="rId16"/>
            <a:stretch/>
          </p:blipFill>
          <p:spPr bwMode="auto">
            <a:xfrm>
              <a:off x="-544788" y="2871934"/>
              <a:ext cx="385762" cy="238125"/>
            </a:xfrm>
            <a:prstGeom prst="rect">
              <a:avLst/>
            </a:prstGeom>
          </p:spPr>
        </p:pic>
        <p:sp>
          <p:nvSpPr>
            <p:cNvPr id="20" name="Fußzeile"/>
            <p:cNvSpPr txBox="1"/>
            <p:nvPr userDrawn="1"/>
          </p:nvSpPr>
          <p:spPr bwMode="auto">
            <a:xfrm rot="10800000" flipH="1" flipV="1">
              <a:off x="304799" y="6984000"/>
              <a:ext cx="5531475" cy="216000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t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Fußzeile anpassen: </a:t>
              </a:r>
              <a:r>
                <a:rPr lang="de-DE" sz="1000" b="1">
                  <a:solidFill>
                    <a:schemeClr val="tx1"/>
                  </a:solidFill>
                  <a:latin typeface="Arial"/>
                </a:rPr>
                <a:t>Einfügen &gt; Text &gt; Kopf- und Fußzeile</a:t>
              </a:r>
              <a:endParaRPr/>
            </a:p>
          </p:txBody>
        </p:sp>
        <p:sp>
          <p:nvSpPr>
            <p:cNvPr id="21" name="Kopfzeile"/>
            <p:cNvSpPr txBox="1"/>
            <p:nvPr userDrawn="1"/>
          </p:nvSpPr>
          <p:spPr bwMode="auto">
            <a:xfrm rot="10800000" flipH="1" flipV="1">
              <a:off x="304800" y="-468001"/>
              <a:ext cx="4267199" cy="360002"/>
            </a:xfrm>
            <a:prstGeom prst="rect">
              <a:avLst/>
            </a:prstGeom>
            <a:noFill/>
            <a:ln w="12700">
              <a:noFill/>
            </a:ln>
          </p:spPr>
          <p:txBody>
            <a:bodyPr vert="horz" wrap="square" lIns="0" tIns="0" rIns="0" bIns="0" rtlCol="0" anchor="b" anchorCtr="0">
              <a:noAutofit/>
            </a:bodyPr>
            <a:lstStyle>
              <a:defPPr>
                <a:defRPr lang="de-DE"/>
              </a:defPPr>
              <a:lvl1pPr marL="0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2152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04305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56458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86112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607639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29168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50696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72224" algn="l" defTabSz="1043056">
                <a:defRPr sz="2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2871433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de-DE" sz="1000" b="0">
                  <a:solidFill>
                    <a:schemeClr val="tx1"/>
                  </a:solidFill>
                  <a:latin typeface="Arial"/>
                </a:rPr>
                <a:t>Kopfzeile anpassen: </a:t>
              </a:r>
              <a:r>
                <a:rPr lang="de-DE" sz="1000" b="1">
                  <a:solidFill>
                    <a:schemeClr val="tx1"/>
                  </a:solidFill>
                  <a:latin typeface="Arial"/>
                </a:rPr>
                <a:t>Einfügen &gt; Text &gt; Kopf- und Fußzeile</a:t>
              </a:r>
              <a:endParaRPr/>
            </a:p>
          </p:txBody>
        </p:sp>
      </p:grpSp>
      <p:cxnSp>
        <p:nvCxnSpPr>
          <p:cNvPr id="12" name="Footerlinie"/>
          <p:cNvCxnSpPr>
            <a:cxnSpLocks/>
          </p:cNvCxnSpPr>
          <p:nvPr/>
        </p:nvCxnSpPr>
        <p:spPr bwMode="auto">
          <a:xfrm>
            <a:off x="406399" y="6449759"/>
            <a:ext cx="1137600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Headerlinie"/>
          <p:cNvCxnSpPr>
            <a:cxnSpLocks/>
          </p:cNvCxnSpPr>
          <p:nvPr/>
        </p:nvCxnSpPr>
        <p:spPr bwMode="auto">
          <a:xfrm>
            <a:off x="407997" y="1379378"/>
            <a:ext cx="1137600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elplatzhalter 1"/>
          <p:cNvSpPr>
            <a:spLocks noGrp="1"/>
          </p:cNvSpPr>
          <p:nvPr>
            <p:ph type="title"/>
          </p:nvPr>
        </p:nvSpPr>
        <p:spPr bwMode="auto">
          <a:xfrm>
            <a:off x="406405" y="898525"/>
            <a:ext cx="11377084" cy="480853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>
              <a:defRPr/>
            </a:pPr>
            <a:r>
              <a:rPr lang="pt-BR"/>
              <a:t>Headline einfügen über zwei Zeilen</a:t>
            </a:r>
            <a:endParaRPr lang="de-DE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 bwMode="auto">
          <a:xfrm>
            <a:off x="406402" y="1489921"/>
            <a:ext cx="11377084" cy="475372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>
              <a:defRPr/>
            </a:pPr>
            <a:r>
              <a:rPr lang="de-DE" dirty="0"/>
              <a:t>Text 22 Pt auf erster Ebene // für Aufzählung 22 Pt,  Text 20 Pt, Zwischenheadline und Aufzählungen 20 Pt &gt;&gt; Menü &gt; Start &gt; Absatz &gt; Listenebne erhöhen </a:t>
            </a:r>
            <a:endParaRPr dirty="0"/>
          </a:p>
          <a:p>
            <a:pPr lvl="1">
              <a:defRPr/>
            </a:pPr>
            <a:r>
              <a:rPr lang="de-DE" dirty="0"/>
              <a:t>Zweite Ebene</a:t>
            </a:r>
            <a:endParaRPr dirty="0"/>
          </a:p>
          <a:p>
            <a:pPr lvl="2">
              <a:defRPr/>
            </a:pPr>
            <a:r>
              <a:rPr lang="de-DE" dirty="0"/>
              <a:t>Dritte Ebene</a:t>
            </a:r>
            <a:endParaRPr dirty="0"/>
          </a:p>
          <a:p>
            <a:pPr lvl="3">
              <a:defRPr/>
            </a:pPr>
            <a:r>
              <a:rPr lang="de-DE" dirty="0"/>
              <a:t>Vierte Ebene</a:t>
            </a:r>
            <a:endParaRPr dirty="0"/>
          </a:p>
          <a:p>
            <a:pPr lvl="4">
              <a:defRPr/>
            </a:pPr>
            <a:r>
              <a:rPr lang="de-DE" dirty="0"/>
              <a:t>Fünfte Ebene</a:t>
            </a:r>
            <a:endParaRPr dirty="0"/>
          </a:p>
          <a:p>
            <a:pPr lvl="5">
              <a:defRPr/>
            </a:pPr>
            <a:r>
              <a:rPr lang="de-DE" dirty="0"/>
              <a:t>Sechste Ebene</a:t>
            </a:r>
            <a:endParaRPr dirty="0"/>
          </a:p>
          <a:p>
            <a:pPr lvl="6">
              <a:defRPr/>
            </a:pPr>
            <a:r>
              <a:rPr lang="de-DE" dirty="0"/>
              <a:t>Siebte Ebene</a:t>
            </a:r>
            <a:endParaRPr dirty="0"/>
          </a:p>
          <a:p>
            <a:pPr lvl="7">
              <a:defRPr/>
            </a:pPr>
            <a:r>
              <a:rPr lang="de-DE" dirty="0"/>
              <a:t>Achte Ebene</a:t>
            </a:r>
            <a:endParaRPr dirty="0"/>
          </a:p>
          <a:p>
            <a:pPr lvl="8">
              <a:defRPr/>
            </a:pPr>
            <a:r>
              <a:rPr lang="de-DE" dirty="0"/>
              <a:t>Neunte Ebene</a:t>
            </a:r>
            <a:endParaRPr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 bwMode="auto">
          <a:xfrm>
            <a:off x="406401" y="274365"/>
            <a:ext cx="7375299" cy="216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/>
              <a:buNone/>
              <a:defRPr sz="1000" b="1" spc="40">
                <a:solidFill>
                  <a:schemeClr val="tx1"/>
                </a:solidFill>
                <a:latin typeface="+mj-lt"/>
              </a:defRPr>
            </a:lvl1pPr>
            <a:lvl2pPr marL="0" algn="l">
              <a:lnSpc>
                <a:spcPct val="100000"/>
              </a:lnSpc>
              <a:spcBef>
                <a:spcPts val="0"/>
              </a:spcBef>
              <a:defRPr sz="1000" b="1" spc="40">
                <a:latin typeface="+mj-lt"/>
              </a:defRPr>
            </a:lvl2pPr>
            <a:lvl3pPr marL="0" algn="l">
              <a:lnSpc>
                <a:spcPct val="100000"/>
              </a:lnSpc>
              <a:spcBef>
                <a:spcPts val="0"/>
              </a:spcBef>
              <a:defRPr sz="1000" b="1" spc="40">
                <a:latin typeface="+mj-lt"/>
              </a:defRPr>
            </a:lvl3pPr>
            <a:lvl4pPr marL="0" algn="l">
              <a:lnSpc>
                <a:spcPct val="100000"/>
              </a:lnSpc>
              <a:spcBef>
                <a:spcPts val="0"/>
              </a:spcBef>
              <a:defRPr sz="1000" b="1" spc="40">
                <a:latin typeface="+mj-lt"/>
              </a:defRPr>
            </a:lvl4pPr>
            <a:lvl5pPr marL="0" algn="l">
              <a:lnSpc>
                <a:spcPct val="100000"/>
              </a:lnSpc>
              <a:spcBef>
                <a:spcPts val="0"/>
              </a:spcBef>
              <a:defRPr sz="1000" b="1" spc="40">
                <a:latin typeface="+mj-lt"/>
              </a:defRPr>
            </a:lvl5pPr>
            <a:lvl6pPr marL="0" algn="l">
              <a:lnSpc>
                <a:spcPct val="100000"/>
              </a:lnSpc>
              <a:spcBef>
                <a:spcPts val="0"/>
              </a:spcBef>
              <a:defRPr sz="1000" b="1" spc="40">
                <a:latin typeface="+mj-lt"/>
              </a:defRPr>
            </a:lvl6pPr>
            <a:lvl7pPr marL="0" algn="l">
              <a:lnSpc>
                <a:spcPct val="100000"/>
              </a:lnSpc>
              <a:spcBef>
                <a:spcPts val="0"/>
              </a:spcBef>
              <a:defRPr sz="1000" b="1" spc="40">
                <a:latin typeface="+mj-lt"/>
              </a:defRPr>
            </a:lvl7pPr>
            <a:lvl8pPr marL="0" algn="l">
              <a:lnSpc>
                <a:spcPct val="100000"/>
              </a:lnSpc>
              <a:spcBef>
                <a:spcPts val="0"/>
              </a:spcBef>
              <a:defRPr sz="1000" b="1" spc="40">
                <a:latin typeface="+mj-lt"/>
              </a:defRPr>
            </a:lvl8pPr>
            <a:lvl9pPr marL="0" algn="l">
              <a:lnSpc>
                <a:spcPct val="100000"/>
              </a:lnSpc>
              <a:spcBef>
                <a:spcPts val="0"/>
              </a:spcBef>
              <a:defRPr sz="1000" b="1" spc="40">
                <a:latin typeface="+mj-lt"/>
              </a:defRPr>
            </a:lvl9pPr>
          </a:lstStyle>
          <a:p>
            <a:pPr>
              <a:defRPr/>
            </a:pPr>
            <a:r>
              <a:rPr lang="de-DE"/>
              <a:t>Campus Sontheim</a:t>
            </a:r>
            <a:endParaRPr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 bwMode="auto">
          <a:xfrm>
            <a:off x="406401" y="6515213"/>
            <a:ext cx="7375299" cy="216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/>
              <a:buNone/>
              <a:defRPr sz="1000" b="0" spc="40">
                <a:solidFill>
                  <a:schemeClr val="tx1"/>
                </a:solidFill>
                <a:latin typeface="+mn-lt"/>
              </a:defRPr>
            </a:lvl1pPr>
            <a:lvl2pPr marL="0" algn="l">
              <a:lnSpc>
                <a:spcPct val="100000"/>
              </a:lnSpc>
              <a:spcBef>
                <a:spcPts val="0"/>
              </a:spcBef>
              <a:defRPr sz="1000" b="0" spc="40">
                <a:latin typeface="+mn-lt"/>
              </a:defRPr>
            </a:lvl2pPr>
            <a:lvl3pPr marL="0" algn="l">
              <a:lnSpc>
                <a:spcPct val="100000"/>
              </a:lnSpc>
              <a:spcBef>
                <a:spcPts val="0"/>
              </a:spcBef>
              <a:defRPr sz="1000" b="0" spc="40">
                <a:latin typeface="+mn-lt"/>
              </a:defRPr>
            </a:lvl3pPr>
            <a:lvl4pPr marL="0" algn="l">
              <a:lnSpc>
                <a:spcPct val="100000"/>
              </a:lnSpc>
              <a:spcBef>
                <a:spcPts val="0"/>
              </a:spcBef>
              <a:defRPr sz="1000" b="0" spc="40">
                <a:latin typeface="+mn-lt"/>
              </a:defRPr>
            </a:lvl4pPr>
            <a:lvl5pPr marL="0" algn="l">
              <a:lnSpc>
                <a:spcPct val="100000"/>
              </a:lnSpc>
              <a:spcBef>
                <a:spcPts val="0"/>
              </a:spcBef>
              <a:defRPr sz="1000" b="0" spc="40">
                <a:latin typeface="+mn-lt"/>
              </a:defRPr>
            </a:lvl5pPr>
            <a:lvl6pPr marL="0" algn="l">
              <a:lnSpc>
                <a:spcPct val="100000"/>
              </a:lnSpc>
              <a:spcBef>
                <a:spcPts val="0"/>
              </a:spcBef>
              <a:defRPr sz="1000" b="0" spc="40">
                <a:latin typeface="+mn-lt"/>
              </a:defRPr>
            </a:lvl6pPr>
            <a:lvl7pPr marL="0" algn="l">
              <a:lnSpc>
                <a:spcPct val="100000"/>
              </a:lnSpc>
              <a:spcBef>
                <a:spcPts val="0"/>
              </a:spcBef>
              <a:defRPr sz="1000" b="0" spc="40">
                <a:latin typeface="+mn-lt"/>
              </a:defRPr>
            </a:lvl7pPr>
            <a:lvl8pPr marL="0" algn="l">
              <a:lnSpc>
                <a:spcPct val="100000"/>
              </a:lnSpc>
              <a:spcBef>
                <a:spcPts val="0"/>
              </a:spcBef>
              <a:defRPr sz="1000" b="0" spc="40">
                <a:latin typeface="+mn-lt"/>
              </a:defRPr>
            </a:lvl8pPr>
            <a:lvl9pPr marL="0" algn="l">
              <a:lnSpc>
                <a:spcPct val="100000"/>
              </a:lnSpc>
              <a:spcBef>
                <a:spcPts val="0"/>
              </a:spcBef>
              <a:defRPr sz="1000" b="0" spc="40">
                <a:latin typeface="+mn-lt"/>
              </a:defRPr>
            </a:lvl9pPr>
          </a:lstStyle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 bwMode="auto">
          <a:xfrm>
            <a:off x="9883778" y="6515213"/>
            <a:ext cx="1899711" cy="216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Font typeface="Arial"/>
              <a:buNone/>
              <a:defRPr sz="1000" b="0">
                <a:solidFill>
                  <a:schemeClr val="tx1"/>
                </a:solidFill>
                <a:latin typeface="+mn-lt"/>
              </a:defRPr>
            </a:lvl1pPr>
            <a:lvl2pPr marL="0" algn="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2pPr>
            <a:lvl3pPr marL="0" algn="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3pPr>
            <a:lvl4pPr marL="0" algn="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4pPr>
            <a:lvl5pPr marL="0" algn="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5pPr>
            <a:lvl6pPr marL="0" algn="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6pPr>
            <a:lvl7pPr marL="0" algn="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7pPr>
            <a:lvl8pPr marL="0" algn="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8pPr>
            <a:lvl9pPr marL="0" algn="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9pPr>
          </a:lstStyle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/>
              <a:t>‹Nr.›</a:t>
            </a:fld>
            <a:endParaRPr lang="de-DE"/>
          </a:p>
        </p:txBody>
      </p:sp>
      <p:pic>
        <p:nvPicPr>
          <p:cNvPr id="22" name="Logo HHN"/>
          <p:cNvPicPr>
            <a:picLocks noChangeAspect="1"/>
          </p:cNvPicPr>
          <p:nvPr/>
        </p:nvPicPr>
        <p:blipFill>
          <a:blip r:embed="rId17"/>
          <a:stretch/>
        </p:blipFill>
        <p:spPr bwMode="auto">
          <a:xfrm>
            <a:off x="10359513" y="307131"/>
            <a:ext cx="1423970" cy="480852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hdr="0"/>
  <p:txStyles>
    <p:titleStyle>
      <a:lvl1pPr marL="0" indent="0" algn="l" defTabSz="914407">
        <a:lnSpc>
          <a:spcPct val="94000"/>
        </a:lnSpc>
        <a:spcBef>
          <a:spcPts val="0"/>
        </a:spcBef>
        <a:buFont typeface="Arial"/>
        <a:buNone/>
        <a:defRPr sz="3000" b="1" cap="all" spc="12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0" indent="0" algn="l" defTabSz="914407">
        <a:lnSpc>
          <a:spcPct val="105000"/>
        </a:lnSpc>
        <a:spcBef>
          <a:spcPts val="0"/>
        </a:spcBef>
        <a:spcAft>
          <a:spcPts val="1999"/>
        </a:spcAft>
        <a:buFont typeface="Arial"/>
        <a:buNone/>
        <a:tabLst>
          <a:tab pos="288003" algn="l"/>
          <a:tab pos="792005" algn="l"/>
        </a:tabLst>
        <a:defRPr sz="2200" b="0">
          <a:solidFill>
            <a:schemeClr val="tx1"/>
          </a:solidFill>
          <a:latin typeface="+mn-lt"/>
          <a:ea typeface="+mn-ea"/>
          <a:cs typeface="+mn-cs"/>
        </a:defRPr>
      </a:lvl1pPr>
      <a:lvl2pPr marL="288003" indent="-288003" algn="l" defTabSz="914407">
        <a:lnSpc>
          <a:spcPct val="105000"/>
        </a:lnSpc>
        <a:spcBef>
          <a:spcPts val="599"/>
        </a:spcBef>
        <a:buClr>
          <a:schemeClr val="accent1"/>
        </a:buClr>
        <a:buFont typeface="Arial"/>
        <a:buChar char="&gt;"/>
        <a:tabLst>
          <a:tab pos="288003" algn="l"/>
          <a:tab pos="792005" algn="l"/>
        </a:tabLst>
        <a:defRPr sz="2200" b="0">
          <a:solidFill>
            <a:schemeClr val="tx1"/>
          </a:solidFill>
          <a:latin typeface="+mn-lt"/>
          <a:ea typeface="+mn-ea"/>
          <a:cs typeface="+mn-cs"/>
        </a:defRPr>
      </a:lvl2pPr>
      <a:lvl3pPr marL="0" indent="0" algn="l" defTabSz="914407">
        <a:lnSpc>
          <a:spcPct val="108000"/>
        </a:lnSpc>
        <a:spcBef>
          <a:spcPts val="0"/>
        </a:spcBef>
        <a:spcAft>
          <a:spcPts val="0"/>
        </a:spcAft>
        <a:buFont typeface="Arial"/>
        <a:buNone/>
        <a:tabLst>
          <a:tab pos="288003" algn="l"/>
          <a:tab pos="792005" algn="l"/>
        </a:tabLst>
        <a:defRPr sz="2000" b="0">
          <a:solidFill>
            <a:schemeClr val="accent1"/>
          </a:solidFill>
          <a:latin typeface="+mn-lt"/>
          <a:ea typeface="+mn-ea"/>
          <a:cs typeface="+mn-cs"/>
        </a:defRPr>
      </a:lvl3pPr>
      <a:lvl4pPr marL="288003" indent="0" algn="l" defTabSz="914407">
        <a:lnSpc>
          <a:spcPct val="108000"/>
        </a:lnSpc>
        <a:spcBef>
          <a:spcPts val="1300"/>
        </a:spcBef>
        <a:spcAft>
          <a:spcPts val="0"/>
        </a:spcAft>
        <a:buFont typeface="Arial"/>
        <a:buNone/>
        <a:tabLst>
          <a:tab pos="288003" algn="l"/>
          <a:tab pos="792005" algn="l"/>
        </a:tabLst>
        <a:defRPr sz="2000" b="1">
          <a:solidFill>
            <a:schemeClr val="tx1"/>
          </a:solidFill>
          <a:latin typeface="+mj-lt"/>
          <a:ea typeface="+mn-ea"/>
          <a:cs typeface="+mn-cs"/>
        </a:defRPr>
      </a:lvl4pPr>
      <a:lvl5pPr marL="288003" indent="-288003" algn="l" defTabSz="914407">
        <a:lnSpc>
          <a:spcPct val="108000"/>
        </a:lnSpc>
        <a:spcBef>
          <a:spcPts val="0"/>
        </a:spcBef>
        <a:spcAft>
          <a:spcPts val="0"/>
        </a:spcAft>
        <a:buClr>
          <a:schemeClr val="accent1"/>
        </a:buClr>
        <a:buFont typeface="Arial"/>
        <a:buChar char="&gt;"/>
        <a:tabLst>
          <a:tab pos="288003" algn="l"/>
          <a:tab pos="792005" algn="l"/>
        </a:tabLst>
        <a:defRPr sz="2000" b="0">
          <a:solidFill>
            <a:schemeClr val="tx1"/>
          </a:solidFill>
          <a:latin typeface="+mn-lt"/>
          <a:ea typeface="+mn-ea"/>
          <a:cs typeface="+mn-cs"/>
        </a:defRPr>
      </a:lvl5pPr>
      <a:lvl6pPr marL="504004" indent="-216001" algn="l" defTabSz="914407">
        <a:lnSpc>
          <a:spcPct val="108000"/>
        </a:lnSpc>
        <a:spcBef>
          <a:spcPts val="0"/>
        </a:spcBef>
        <a:spcAft>
          <a:spcPts val="0"/>
        </a:spcAft>
        <a:buFont typeface="Wingdings"/>
        <a:buChar char=""/>
        <a:tabLst>
          <a:tab pos="288003" algn="l"/>
          <a:tab pos="792005" algn="l"/>
        </a:tabLst>
        <a:defRPr sz="2000" b="0">
          <a:solidFill>
            <a:schemeClr val="tx1"/>
          </a:solidFill>
          <a:latin typeface="+mn-lt"/>
          <a:ea typeface="+mn-ea"/>
          <a:cs typeface="+mn-cs"/>
        </a:defRPr>
      </a:lvl6pPr>
      <a:lvl7pPr marL="288003" indent="-288003" algn="l" defTabSz="914407">
        <a:lnSpc>
          <a:spcPct val="108000"/>
        </a:lnSpc>
        <a:spcBef>
          <a:spcPts val="0"/>
        </a:spcBef>
        <a:spcAft>
          <a:spcPts val="0"/>
        </a:spcAft>
        <a:buFont typeface="+mj-lt"/>
        <a:buAutoNum type="arabicPeriod"/>
        <a:tabLst>
          <a:tab pos="288003" algn="l"/>
          <a:tab pos="792005" algn="l"/>
        </a:tabLst>
        <a:defRPr sz="2000" b="0">
          <a:solidFill>
            <a:schemeClr val="tx1"/>
          </a:solidFill>
          <a:latin typeface="+mn-lt"/>
          <a:ea typeface="+mn-ea"/>
          <a:cs typeface="+mn-cs"/>
        </a:defRPr>
      </a:lvl7pPr>
      <a:lvl8pPr marL="288003" indent="0" algn="l" defTabSz="914407">
        <a:lnSpc>
          <a:spcPct val="108000"/>
        </a:lnSpc>
        <a:spcBef>
          <a:spcPts val="0"/>
        </a:spcBef>
        <a:spcAft>
          <a:spcPts val="0"/>
        </a:spcAft>
        <a:buFont typeface="Arial"/>
        <a:buNone/>
        <a:tabLst>
          <a:tab pos="288003" algn="l"/>
          <a:tab pos="792005" algn="l"/>
        </a:tabLst>
        <a:defRPr sz="2000" b="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914407">
        <a:lnSpc>
          <a:spcPct val="108000"/>
        </a:lnSpc>
        <a:spcBef>
          <a:spcPts val="0"/>
        </a:spcBef>
        <a:spcAft>
          <a:spcPts val="0"/>
        </a:spcAft>
        <a:buFont typeface="Arial"/>
        <a:buNone/>
        <a:tabLst>
          <a:tab pos="288003" algn="l"/>
          <a:tab pos="792005" algn="l"/>
        </a:tabLst>
        <a:defRPr sz="2000" b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7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3" algn="l" defTabSz="914407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7" algn="l" defTabSz="914407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10" algn="l" defTabSz="914407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13" algn="l" defTabSz="914407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17" algn="l" defTabSz="914407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20" algn="l" defTabSz="914407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24" algn="l" defTabSz="914407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27" algn="l" defTabSz="914407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Bildplatzhalter 10">
            <a:extLst>
              <a:ext uri="{FF2B5EF4-FFF2-40B4-BE49-F238E27FC236}">
                <a16:creationId xmlns:a16="http://schemas.microsoft.com/office/drawing/2014/main" id="{CDD79D12-DF61-C715-5714-4701D4C7021D}"/>
              </a:ext>
            </a:extLst>
          </p:cNvPr>
          <p:cNvPicPr>
            <a:picLocks noGrp="1" noChangeAspect="1"/>
          </p:cNvPicPr>
          <p:nvPr>
            <p:ph type="pic" idx="15"/>
          </p:nvPr>
        </p:nvPicPr>
        <p:blipFill>
          <a:blip r:embed="rId2"/>
          <a:srcRect l="43922" t="26095" r="5302" b="44409"/>
          <a:stretch/>
        </p:blipFill>
        <p:spPr>
          <a:xfrm>
            <a:off x="0" y="1074521"/>
            <a:ext cx="12465269" cy="4476273"/>
          </a:xfrm>
        </p:spPr>
      </p:pic>
      <p:sp>
        <p:nvSpPr>
          <p:cNvPr id="3" name="Titel 2">
            <a:extLst>
              <a:ext uri="{FF2B5EF4-FFF2-40B4-BE49-F238E27FC236}">
                <a16:creationId xmlns:a16="http://schemas.microsoft.com/office/drawing/2014/main" id="{2A0F667E-E32B-0BB5-A9BD-8A0DE2C02AE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Computer and Robot vision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B64D300-9D4D-0CB5-B80C-F2D6F45AD704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4B4BD7C-26A6-8E91-1584-F2F481914B2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>
              <a:defRPr/>
            </a:pPr>
            <a:r>
              <a:rPr lang="de-DE" dirty="0"/>
              <a:t>|  </a:t>
            </a:r>
            <a:fld id="{E6B5151A-17C4-4431-8407-112C0160A8B6}" type="slidenum">
              <a:rPr lang="de-DE" smtClean="0"/>
              <a:t>1</a:t>
            </a:fld>
            <a:endParaRPr lang="de-DE" dirty="0"/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4306490E-974A-457A-2225-87B89D12EC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  <a:endParaRPr lang="de-DE" dirty="0"/>
          </a:p>
        </p:txBody>
      </p:sp>
      <p:sp>
        <p:nvSpPr>
          <p:cNvPr id="7" name="Vertikaler Textplatzhalter 6">
            <a:extLst>
              <a:ext uri="{FF2B5EF4-FFF2-40B4-BE49-F238E27FC236}">
                <a16:creationId xmlns:a16="http://schemas.microsoft.com/office/drawing/2014/main" id="{97D6974A-CF9D-E8AB-0562-065B3A50CC03}"/>
              </a:ext>
            </a:extLst>
          </p:cNvPr>
          <p:cNvSpPr>
            <a:spLocks noGrp="1"/>
          </p:cNvSpPr>
          <p:nvPr>
            <p:ph type="body" orient="vert" idx="19"/>
          </p:nvPr>
        </p:nvSpPr>
        <p:spPr/>
        <p:txBody>
          <a:bodyPr/>
          <a:lstStyle/>
          <a:p>
            <a:r>
              <a:rPr lang="de-DE" sz="1800" dirty="0" err="1">
                <a:effectLst/>
                <a:latin typeface="Verdana" panose="020B060403050404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Rubik's</a:t>
            </a:r>
            <a:r>
              <a:rPr lang="de-DE" sz="1800" dirty="0">
                <a:effectLst/>
                <a:latin typeface="Verdana" panose="020B060403050404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Cube </a:t>
            </a:r>
            <a:r>
              <a:rPr lang="de-DE" sz="1800" dirty="0" err="1">
                <a:effectLst/>
                <a:latin typeface="Verdana" panose="020B060403050404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color</a:t>
            </a:r>
            <a:r>
              <a:rPr lang="de-DE" sz="1800" dirty="0">
                <a:effectLst/>
                <a:latin typeface="Verdana" panose="020B060403050404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sz="1800" dirty="0" err="1">
                <a:effectLst/>
                <a:latin typeface="Verdana" panose="020B060403050404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detection</a:t>
            </a:r>
            <a:endParaRPr lang="de-DE" sz="1800" dirty="0">
              <a:effectLst/>
              <a:latin typeface="Verdana" panose="020B060403050404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de-DE" sz="1800" dirty="0">
                <a:latin typeface="Verdana" panose="020B0604030504040204" pitchFamily="34" charset="0"/>
                <a:cs typeface="Times New Roman" panose="02020603050405020304" pitchFamily="18" charset="0"/>
              </a:rPr>
              <a:t>Gerstlauer, Lukas; </a:t>
            </a:r>
            <a:r>
              <a:rPr lang="de-DE" sz="1800" dirty="0" err="1">
                <a:latin typeface="Verdana" panose="020B0604030504040204" pitchFamily="34" charset="0"/>
                <a:cs typeface="Times New Roman" panose="02020603050405020304" pitchFamily="18" charset="0"/>
              </a:rPr>
              <a:t>Söns</a:t>
            </a:r>
            <a:r>
              <a:rPr lang="de-DE" sz="1800" dirty="0">
                <a:latin typeface="Verdana" panose="020B0604030504040204" pitchFamily="34" charset="0"/>
                <a:cs typeface="Times New Roman" panose="02020603050405020304" pitchFamily="18" charset="0"/>
              </a:rPr>
              <a:t>, Tim</a:t>
            </a:r>
            <a:endParaRPr lang="de-DE" dirty="0"/>
          </a:p>
        </p:txBody>
      </p:sp>
      <p:sp>
        <p:nvSpPr>
          <p:cNvPr id="8" name="Vertikaler Textplatzhalter 7">
            <a:extLst>
              <a:ext uri="{FF2B5EF4-FFF2-40B4-BE49-F238E27FC236}">
                <a16:creationId xmlns:a16="http://schemas.microsoft.com/office/drawing/2014/main" id="{31CFA1F8-9BA0-3AC6-8C0B-39B8807EC2E5}"/>
              </a:ext>
            </a:extLst>
          </p:cNvPr>
          <p:cNvSpPr>
            <a:spLocks noGrp="1"/>
          </p:cNvSpPr>
          <p:nvPr>
            <p:ph type="body" orient="vert" idx="20"/>
          </p:nvPr>
        </p:nvSpPr>
        <p:spPr/>
        <p:txBody>
          <a:bodyPr/>
          <a:lstStyle/>
          <a:p>
            <a:r>
              <a:rPr lang="en-US" dirty="0"/>
              <a:t>Computer and Robot Vision | Automotive Systems Engineering |  WS 24/25</a:t>
            </a:r>
            <a:endParaRPr lang="de-DE" dirty="0"/>
          </a:p>
          <a:p>
            <a:endParaRPr lang="de-DE" dirty="0"/>
          </a:p>
        </p:txBody>
      </p:sp>
      <p:sp>
        <p:nvSpPr>
          <p:cNvPr id="9" name="Vertikaler Textplatzhalter 8">
            <a:extLst>
              <a:ext uri="{FF2B5EF4-FFF2-40B4-BE49-F238E27FC236}">
                <a16:creationId xmlns:a16="http://schemas.microsoft.com/office/drawing/2014/main" id="{4C4C5B4F-DAE4-6E6F-081C-4C1DACDE69AE}"/>
              </a:ext>
            </a:extLst>
          </p:cNvPr>
          <p:cNvSpPr>
            <a:spLocks noGrp="1"/>
          </p:cNvSpPr>
          <p:nvPr>
            <p:ph type="body" orient="vert" idx="2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6874271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3F14786C-336F-BE29-1C3C-762A0F7ADD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752783DE-E67C-50D6-7DAD-22A2CC064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CC2A17C-EA7E-E724-B96D-C11287537B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 dirty="0"/>
              <a:t>|  </a:t>
            </a:r>
            <a:fld id="{E6B5151A-17C4-4431-8407-112C0160A8B6}" type="slidenum">
              <a:rPr lang="de-DE" smtClean="0"/>
              <a:t>2</a:t>
            </a:fld>
            <a:endParaRPr lang="de-DE" dirty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25309719-9E04-16BA-1447-EFA3C663EB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Agenda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8B2F096B-D306-4D40-549F-312BE9C5AF0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Project </a:t>
            </a:r>
            <a:r>
              <a:rPr lang="en-GB" noProof="0" dirty="0"/>
              <a:t>description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Challenges </a:t>
            </a:r>
            <a:r>
              <a:rPr lang="en-GB" noProof="0" dirty="0"/>
              <a:t>of</a:t>
            </a:r>
            <a:r>
              <a:rPr lang="en-GB" dirty="0"/>
              <a:t> the Project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Process description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Demo-picture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Demo-live</a:t>
            </a:r>
          </a:p>
        </p:txBody>
      </p:sp>
    </p:spTree>
    <p:extLst>
      <p:ext uri="{BB962C8B-B14F-4D97-AF65-F5344CB8AC3E}">
        <p14:creationId xmlns:p14="http://schemas.microsoft.com/office/powerpoint/2010/main" val="19668495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A744BCDF-56E2-6206-B0E5-5AEDAFC9FD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A78BAC48-D40B-166E-D4C1-064D9C4B4B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76A998F-925E-76E4-4B16-FE72311E2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 smtClean="0"/>
              <a:t>3</a:t>
            </a:fld>
            <a:endParaRPr lang="de-DE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BAC84E6A-5F31-0E03-0237-3D395AF75C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Project description</a:t>
            </a:r>
            <a:br>
              <a:rPr lang="en-GB" dirty="0"/>
            </a:br>
            <a:endParaRPr lang="en-GB" dirty="0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46DE176-A64B-4B79-8994-AB199D246C97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06405" y="2033591"/>
            <a:ext cx="5689595" cy="4210049"/>
          </a:xfrm>
        </p:spPr>
        <p:txBody>
          <a:bodyPr/>
          <a:lstStyle/>
          <a:p>
            <a:r>
              <a:rPr lang="en-GB" b="1" dirty="0"/>
              <a:t>The aim is to recognize the 9 coloured squares of a Rubik's cube under different lighting conditions in the lab environment </a:t>
            </a:r>
          </a:p>
        </p:txBody>
      </p:sp>
      <p:sp>
        <p:nvSpPr>
          <p:cNvPr id="7" name="Inhaltsplatzhalter 5">
            <a:extLst>
              <a:ext uri="{FF2B5EF4-FFF2-40B4-BE49-F238E27FC236}">
                <a16:creationId xmlns:a16="http://schemas.microsoft.com/office/drawing/2014/main" id="{7B7069AF-22B4-9436-C5E8-E05FDC91174E}"/>
              </a:ext>
            </a:extLst>
          </p:cNvPr>
          <p:cNvSpPr txBox="1">
            <a:spLocks/>
          </p:cNvSpPr>
          <p:nvPr/>
        </p:nvSpPr>
        <p:spPr bwMode="auto">
          <a:xfrm>
            <a:off x="406404" y="1308810"/>
            <a:ext cx="5689595" cy="4210049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marL="0" indent="0" algn="l" defTabSz="914407">
              <a:lnSpc>
                <a:spcPct val="105000"/>
              </a:lnSpc>
              <a:spcBef>
                <a:spcPts val="0"/>
              </a:spcBef>
              <a:spcAft>
                <a:spcPts val="1999"/>
              </a:spcAft>
              <a:buFont typeface="Arial"/>
              <a:buNone/>
              <a:tabLst>
                <a:tab pos="288003" algn="l"/>
                <a:tab pos="792005" algn="l"/>
              </a:tabLst>
              <a:defRPr sz="220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88003" indent="-288003" algn="l" defTabSz="914407">
              <a:lnSpc>
                <a:spcPct val="105000"/>
              </a:lnSpc>
              <a:spcBef>
                <a:spcPts val="599"/>
              </a:spcBef>
              <a:buClr>
                <a:schemeClr val="accent1"/>
              </a:buClr>
              <a:buFont typeface="Arial"/>
              <a:buChar char="&gt;"/>
              <a:tabLst>
                <a:tab pos="288003" algn="l"/>
                <a:tab pos="792005" algn="l"/>
              </a:tabLst>
              <a:defRPr sz="220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 algn="l" defTabSz="914407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tabLst>
                <a:tab pos="288003" algn="l"/>
                <a:tab pos="792005" algn="l"/>
              </a:tabLst>
              <a:defRPr sz="2000" b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3pPr>
            <a:lvl4pPr marL="288003" indent="0" algn="l" defTabSz="914407">
              <a:lnSpc>
                <a:spcPct val="108000"/>
              </a:lnSpc>
              <a:spcBef>
                <a:spcPts val="1300"/>
              </a:spcBef>
              <a:spcAft>
                <a:spcPts val="0"/>
              </a:spcAft>
              <a:buFont typeface="Arial"/>
              <a:buNone/>
              <a:tabLst>
                <a:tab pos="288003" algn="l"/>
                <a:tab pos="792005" algn="l"/>
              </a:tabLst>
              <a:defRPr sz="2000" b="1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288003" indent="-288003" algn="l" defTabSz="914407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/>
              <a:buChar char="&gt;"/>
              <a:tabLst>
                <a:tab pos="288003" algn="l"/>
                <a:tab pos="792005" algn="l"/>
              </a:tabLst>
              <a:defRPr sz="200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04004" indent="-216001" algn="l" defTabSz="914407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Wingdings"/>
              <a:buChar char=""/>
              <a:tabLst>
                <a:tab pos="288003" algn="l"/>
                <a:tab pos="792005" algn="l"/>
              </a:tabLst>
              <a:defRPr sz="200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88003" indent="-288003" algn="l" defTabSz="914407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  <a:tabLst>
                <a:tab pos="288003" algn="l"/>
                <a:tab pos="792005" algn="l"/>
              </a:tabLst>
              <a:defRPr sz="200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88003" indent="0" algn="l" defTabSz="914407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tabLst>
                <a:tab pos="288003" algn="l"/>
                <a:tab pos="792005" algn="l"/>
              </a:tabLst>
              <a:defRPr sz="200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7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Font typeface="Arial"/>
              <a:buNone/>
              <a:tabLst>
                <a:tab pos="288003" algn="l"/>
                <a:tab pos="792005" algn="l"/>
              </a:tabLst>
              <a:defRPr sz="200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dirty="0"/>
              <a:t>Experimental </a:t>
            </a:r>
            <a:r>
              <a:rPr lang="de-DE" dirty="0" err="1"/>
              <a:t>setup</a:t>
            </a:r>
            <a:r>
              <a:rPr lang="de-DE" dirty="0"/>
              <a:t>:</a:t>
            </a:r>
          </a:p>
          <a:p>
            <a:pPr marL="457200" indent="-457200">
              <a:buFont typeface="+mj-lt"/>
              <a:buAutoNum type="arabicPeriod"/>
            </a:pPr>
            <a:r>
              <a:rPr lang="de-DE" dirty="0"/>
              <a:t>Rubiks </a:t>
            </a:r>
            <a:r>
              <a:rPr lang="de-DE" dirty="0" err="1"/>
              <a:t>cube</a:t>
            </a:r>
            <a:r>
              <a:rPr lang="de-DE" dirty="0"/>
              <a:t> in </a:t>
            </a:r>
            <a:r>
              <a:rPr lang="de-DE" dirty="0" err="1"/>
              <a:t>grey</a:t>
            </a:r>
            <a:r>
              <a:rPr lang="de-DE" dirty="0"/>
              <a:t> socket</a:t>
            </a:r>
          </a:p>
          <a:p>
            <a:pPr marL="457200" indent="-457200">
              <a:buFont typeface="+mj-lt"/>
              <a:buAutoNum type="arabicPeriod"/>
            </a:pPr>
            <a:r>
              <a:rPr lang="de-DE" dirty="0"/>
              <a:t>LED-</a:t>
            </a:r>
            <a:r>
              <a:rPr lang="de-DE" dirty="0" err="1"/>
              <a:t>Lightsource</a:t>
            </a:r>
            <a:endParaRPr lang="de-DE" dirty="0"/>
          </a:p>
          <a:p>
            <a:pPr marL="457200" indent="-457200">
              <a:buFont typeface="+mj-lt"/>
              <a:buAutoNum type="arabicPeriod"/>
            </a:pPr>
            <a:r>
              <a:rPr lang="de-DE" dirty="0"/>
              <a:t>Webcam</a:t>
            </a: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F9EFBEF4-ED52-8661-D530-5886EC36FD5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871" r="31264"/>
          <a:stretch/>
        </p:blipFill>
        <p:spPr>
          <a:xfrm rot="5400000">
            <a:off x="6286551" y="1778110"/>
            <a:ext cx="4794031" cy="4137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02964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DDBE5E7D-EFAB-E715-864A-E749F76F81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DB8E1349-804E-6989-BDE6-5628093822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F5DC5DF-2EBF-5880-C696-A25CBD378F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 smtClean="0"/>
              <a:t>4</a:t>
            </a:fld>
            <a:endParaRPr lang="de-DE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50F91674-104E-5C53-0E82-E514FAECD2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Challanges</a:t>
            </a:r>
            <a:endParaRPr lang="en-GB" dirty="0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28A33D61-1EA4-E58F-F80C-DFBA92FF0DE3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06405" y="2033591"/>
            <a:ext cx="6514657" cy="4210049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Due to the smooth surface of the cube there a many reflections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The webcam isn‘t mounted in the </a:t>
            </a:r>
            <a:r>
              <a:rPr lang="en-GB" dirty="0" err="1"/>
              <a:t>center</a:t>
            </a:r>
            <a:r>
              <a:rPr lang="en-GB" dirty="0"/>
              <a:t> of the LED circle which </a:t>
            </a:r>
            <a:r>
              <a:rPr lang="en-GB" dirty="0" err="1"/>
              <a:t>interfers</a:t>
            </a:r>
            <a:r>
              <a:rPr lang="en-GB" dirty="0"/>
              <a:t> with the exposure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/>
              <a:t>Color</a:t>
            </a:r>
            <a:r>
              <a:rPr lang="en-GB" dirty="0"/>
              <a:t> correction is limited to small changes in the lighting conditions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D48D0A6D-D3AB-9378-68FA-DC27A053F34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8405" t="28659" r="36811" b="17962"/>
          <a:stretch/>
        </p:blipFill>
        <p:spPr>
          <a:xfrm>
            <a:off x="7294178" y="2469930"/>
            <a:ext cx="4240925" cy="3660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58672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3867401F-005C-1214-FC8D-809CD9D2F5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  <a:endParaRPr lang="en-GB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1DFFCF3E-31FC-EEC9-7C25-8F6F6201F1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en-GB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31C8E6B-38C8-5DFA-1E9A-69C89B4A4C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GB" dirty="0"/>
              <a:t>|  </a:t>
            </a:r>
            <a:fld id="{E6B5151A-17C4-4431-8407-112C0160A8B6}" type="slidenum">
              <a:rPr lang="en-GB" smtClean="0"/>
              <a:t>5</a:t>
            </a:fld>
            <a:endParaRPr lang="en-GB" dirty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F771F175-58DA-2A7F-93C1-39D199EA9E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Process description - Flow Chart</a:t>
            </a:r>
          </a:p>
        </p:txBody>
      </p:sp>
      <p:grpSp>
        <p:nvGrpSpPr>
          <p:cNvPr id="6" name="Gruppieren 5">
            <a:extLst>
              <a:ext uri="{FF2B5EF4-FFF2-40B4-BE49-F238E27FC236}">
                <a16:creationId xmlns:a16="http://schemas.microsoft.com/office/drawing/2014/main" id="{3F2AB102-6883-8C0A-0D39-4D1BB5A79500}"/>
              </a:ext>
            </a:extLst>
          </p:cNvPr>
          <p:cNvGrpSpPr/>
          <p:nvPr/>
        </p:nvGrpSpPr>
        <p:grpSpPr>
          <a:xfrm>
            <a:off x="222378" y="2117686"/>
            <a:ext cx="11691627" cy="2947885"/>
            <a:chOff x="222378" y="2117686"/>
            <a:chExt cx="11691627" cy="2947885"/>
          </a:xfrm>
        </p:grpSpPr>
        <p:sp>
          <p:nvSpPr>
            <p:cNvPr id="7" name="Rechteck: abgerundete Ecken 6">
              <a:extLst>
                <a:ext uri="{FF2B5EF4-FFF2-40B4-BE49-F238E27FC236}">
                  <a16:creationId xmlns:a16="http://schemas.microsoft.com/office/drawing/2014/main" id="{616378E8-EB8C-ADA3-3DBA-892DBB089734}"/>
                </a:ext>
              </a:extLst>
            </p:cNvPr>
            <p:cNvSpPr/>
            <p:nvPr/>
          </p:nvSpPr>
          <p:spPr bwMode="auto">
            <a:xfrm>
              <a:off x="222378" y="3171965"/>
              <a:ext cx="1249679" cy="887927"/>
            </a:xfrm>
            <a:prstGeom prst="round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/>
                <a:t>Read in Picture/ Frame</a:t>
              </a:r>
            </a:p>
          </p:txBody>
        </p:sp>
        <p:sp>
          <p:nvSpPr>
            <p:cNvPr id="16" name="Rechteck: abgerundete Ecken 15">
              <a:extLst>
                <a:ext uri="{FF2B5EF4-FFF2-40B4-BE49-F238E27FC236}">
                  <a16:creationId xmlns:a16="http://schemas.microsoft.com/office/drawing/2014/main" id="{3863D028-EAEF-48F2-D74F-D0F53D0DF707}"/>
                </a:ext>
              </a:extLst>
            </p:cNvPr>
            <p:cNvSpPr/>
            <p:nvPr/>
          </p:nvSpPr>
          <p:spPr bwMode="auto">
            <a:xfrm>
              <a:off x="10664325" y="3171958"/>
              <a:ext cx="1249680" cy="887927"/>
            </a:xfrm>
            <a:prstGeom prst="round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/>
                <a:t>Visualize results</a:t>
              </a:r>
            </a:p>
          </p:txBody>
        </p:sp>
        <p:sp>
          <p:nvSpPr>
            <p:cNvPr id="17" name="Rechteck 16">
              <a:extLst>
                <a:ext uri="{FF2B5EF4-FFF2-40B4-BE49-F238E27FC236}">
                  <a16:creationId xmlns:a16="http://schemas.microsoft.com/office/drawing/2014/main" id="{097EF483-A10A-66D8-96F9-87F93380FDB0}"/>
                </a:ext>
              </a:extLst>
            </p:cNvPr>
            <p:cNvSpPr/>
            <p:nvPr/>
          </p:nvSpPr>
          <p:spPr bwMode="auto">
            <a:xfrm>
              <a:off x="1738758" y="3201929"/>
              <a:ext cx="1173480" cy="828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/>
                <a:t>Find grey box and crop to ROI</a:t>
              </a:r>
            </a:p>
          </p:txBody>
        </p:sp>
        <p:sp>
          <p:nvSpPr>
            <p:cNvPr id="19" name="Rechteck 18">
              <a:extLst>
                <a:ext uri="{FF2B5EF4-FFF2-40B4-BE49-F238E27FC236}">
                  <a16:creationId xmlns:a16="http://schemas.microsoft.com/office/drawing/2014/main" id="{A007C83F-DDCB-FD8E-9759-C2298255786B}"/>
                </a:ext>
              </a:extLst>
            </p:cNvPr>
            <p:cNvSpPr/>
            <p:nvPr/>
          </p:nvSpPr>
          <p:spPr bwMode="auto">
            <a:xfrm>
              <a:off x="3235835" y="3201924"/>
              <a:ext cx="1173480" cy="828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 err="1"/>
                <a:t>Color</a:t>
              </a:r>
              <a:r>
                <a:rPr lang="en-GB" sz="1200" dirty="0"/>
                <a:t> correction</a:t>
              </a:r>
            </a:p>
          </p:txBody>
        </p:sp>
        <p:sp>
          <p:nvSpPr>
            <p:cNvPr id="20" name="Rechteck 19">
              <a:extLst>
                <a:ext uri="{FF2B5EF4-FFF2-40B4-BE49-F238E27FC236}">
                  <a16:creationId xmlns:a16="http://schemas.microsoft.com/office/drawing/2014/main" id="{03A53535-A0C6-EF8E-3C9E-D74CE181D41C}"/>
                </a:ext>
              </a:extLst>
            </p:cNvPr>
            <p:cNvSpPr/>
            <p:nvPr/>
          </p:nvSpPr>
          <p:spPr bwMode="auto">
            <a:xfrm>
              <a:off x="4732912" y="2117686"/>
              <a:ext cx="1173480" cy="828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/>
                <a:t>Find segments with Edge Detection</a:t>
              </a:r>
            </a:p>
          </p:txBody>
        </p:sp>
        <p:sp>
          <p:nvSpPr>
            <p:cNvPr id="21" name="Rechteck 20">
              <a:extLst>
                <a:ext uri="{FF2B5EF4-FFF2-40B4-BE49-F238E27FC236}">
                  <a16:creationId xmlns:a16="http://schemas.microsoft.com/office/drawing/2014/main" id="{821B7708-4801-4A52-2FC9-129FEE871550}"/>
                </a:ext>
              </a:extLst>
            </p:cNvPr>
            <p:cNvSpPr/>
            <p:nvPr/>
          </p:nvSpPr>
          <p:spPr bwMode="auto">
            <a:xfrm>
              <a:off x="4732912" y="4237571"/>
              <a:ext cx="1173480" cy="828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/>
                <a:t>Find segments with </a:t>
              </a:r>
              <a:r>
                <a:rPr lang="en-GB" sz="1200" dirty="0" err="1"/>
                <a:t>color</a:t>
              </a:r>
              <a:r>
                <a:rPr lang="en-GB" sz="1200" dirty="0"/>
                <a:t> filter</a:t>
              </a:r>
            </a:p>
          </p:txBody>
        </p:sp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93E31C1E-C7BF-9828-063C-ACB3DD020BF1}"/>
                </a:ext>
              </a:extLst>
            </p:cNvPr>
            <p:cNvSpPr/>
            <p:nvPr/>
          </p:nvSpPr>
          <p:spPr bwMode="auto">
            <a:xfrm>
              <a:off x="6229989" y="3201923"/>
              <a:ext cx="1173480" cy="828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/>
                <a:t>Merging of findings</a:t>
              </a:r>
            </a:p>
          </p:txBody>
        </p:sp>
        <p:sp>
          <p:nvSpPr>
            <p:cNvPr id="23" name="Rechteck 22">
              <a:extLst>
                <a:ext uri="{FF2B5EF4-FFF2-40B4-BE49-F238E27FC236}">
                  <a16:creationId xmlns:a16="http://schemas.microsoft.com/office/drawing/2014/main" id="{606FD3EF-CAEF-1340-F6ED-731FF450B8A2}"/>
                </a:ext>
              </a:extLst>
            </p:cNvPr>
            <p:cNvSpPr/>
            <p:nvPr/>
          </p:nvSpPr>
          <p:spPr bwMode="auto">
            <a:xfrm>
              <a:off x="7727066" y="3201923"/>
              <a:ext cx="1173480" cy="828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/>
                <a:t>Compensate not detected segments via geometry</a:t>
              </a:r>
            </a:p>
          </p:txBody>
        </p:sp>
        <p:sp>
          <p:nvSpPr>
            <p:cNvPr id="24" name="Rechteck 23">
              <a:extLst>
                <a:ext uri="{FF2B5EF4-FFF2-40B4-BE49-F238E27FC236}">
                  <a16:creationId xmlns:a16="http://schemas.microsoft.com/office/drawing/2014/main" id="{90F51FBD-551F-0AB7-AEE6-EAA2A06EAF5B}"/>
                </a:ext>
              </a:extLst>
            </p:cNvPr>
            <p:cNvSpPr/>
            <p:nvPr/>
          </p:nvSpPr>
          <p:spPr bwMode="auto">
            <a:xfrm>
              <a:off x="9224144" y="3201922"/>
              <a:ext cx="1173480" cy="828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/>
                <a:t>Add </a:t>
              </a:r>
              <a:r>
                <a:rPr lang="en-GB" sz="1200" dirty="0" err="1"/>
                <a:t>color</a:t>
              </a:r>
              <a:r>
                <a:rPr lang="en-GB" sz="1200" dirty="0"/>
                <a:t> information if needed</a:t>
              </a:r>
            </a:p>
          </p:txBody>
        </p:sp>
        <p:cxnSp>
          <p:nvCxnSpPr>
            <p:cNvPr id="8" name="Gerade Verbindung mit Pfeil 7">
              <a:extLst>
                <a:ext uri="{FF2B5EF4-FFF2-40B4-BE49-F238E27FC236}">
                  <a16:creationId xmlns:a16="http://schemas.microsoft.com/office/drawing/2014/main" id="{6DBA41B0-BDB9-DBEE-3F7A-6DA593A9F040}"/>
                </a:ext>
              </a:extLst>
            </p:cNvPr>
            <p:cNvCxnSpPr>
              <a:stCxn id="7" idx="3"/>
              <a:endCxn id="17" idx="1"/>
            </p:cNvCxnSpPr>
            <p:nvPr/>
          </p:nvCxnSpPr>
          <p:spPr bwMode="auto">
            <a:xfrm>
              <a:off x="1472057" y="3615929"/>
              <a:ext cx="266701" cy="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Gerade Verbindung mit Pfeil 10">
              <a:extLst>
                <a:ext uri="{FF2B5EF4-FFF2-40B4-BE49-F238E27FC236}">
                  <a16:creationId xmlns:a16="http://schemas.microsoft.com/office/drawing/2014/main" id="{FA4633A4-F9F9-000D-94AF-D770E0B75492}"/>
                </a:ext>
              </a:extLst>
            </p:cNvPr>
            <p:cNvCxnSpPr>
              <a:cxnSpLocks/>
              <a:stCxn id="17" idx="3"/>
              <a:endCxn id="19" idx="1"/>
            </p:cNvCxnSpPr>
            <p:nvPr/>
          </p:nvCxnSpPr>
          <p:spPr bwMode="auto">
            <a:xfrm flipV="1">
              <a:off x="2912238" y="3615924"/>
              <a:ext cx="323597" cy="5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Gerade Verbindung mit Pfeil 26">
              <a:extLst>
                <a:ext uri="{FF2B5EF4-FFF2-40B4-BE49-F238E27FC236}">
                  <a16:creationId xmlns:a16="http://schemas.microsoft.com/office/drawing/2014/main" id="{4BDE9562-688C-206E-70DE-DDCE5FB6C22E}"/>
                </a:ext>
              </a:extLst>
            </p:cNvPr>
            <p:cNvCxnSpPr>
              <a:stCxn id="19" idx="3"/>
              <a:endCxn id="20" idx="1"/>
            </p:cNvCxnSpPr>
            <p:nvPr/>
          </p:nvCxnSpPr>
          <p:spPr bwMode="auto">
            <a:xfrm flipV="1">
              <a:off x="4409315" y="2531686"/>
              <a:ext cx="323597" cy="1084238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Gerade Verbindung mit Pfeil 27">
              <a:extLst>
                <a:ext uri="{FF2B5EF4-FFF2-40B4-BE49-F238E27FC236}">
                  <a16:creationId xmlns:a16="http://schemas.microsoft.com/office/drawing/2014/main" id="{060A595B-3CDF-2A71-188D-9F15825E42C1}"/>
                </a:ext>
              </a:extLst>
            </p:cNvPr>
            <p:cNvCxnSpPr>
              <a:cxnSpLocks/>
              <a:stCxn id="19" idx="3"/>
              <a:endCxn id="21" idx="1"/>
            </p:cNvCxnSpPr>
            <p:nvPr/>
          </p:nvCxnSpPr>
          <p:spPr bwMode="auto">
            <a:xfrm>
              <a:off x="4409315" y="3615924"/>
              <a:ext cx="323597" cy="1035647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Gerade Verbindung mit Pfeil 30">
              <a:extLst>
                <a:ext uri="{FF2B5EF4-FFF2-40B4-BE49-F238E27FC236}">
                  <a16:creationId xmlns:a16="http://schemas.microsoft.com/office/drawing/2014/main" id="{2D88AE02-6E18-A27E-B163-C9311CA3A3E2}"/>
                </a:ext>
              </a:extLst>
            </p:cNvPr>
            <p:cNvCxnSpPr>
              <a:cxnSpLocks/>
              <a:stCxn id="20" idx="3"/>
              <a:endCxn id="22" idx="1"/>
            </p:cNvCxnSpPr>
            <p:nvPr/>
          </p:nvCxnSpPr>
          <p:spPr bwMode="auto">
            <a:xfrm>
              <a:off x="5906392" y="2531686"/>
              <a:ext cx="323597" cy="1084237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Gerade Verbindung mit Pfeil 33">
              <a:extLst>
                <a:ext uri="{FF2B5EF4-FFF2-40B4-BE49-F238E27FC236}">
                  <a16:creationId xmlns:a16="http://schemas.microsoft.com/office/drawing/2014/main" id="{D4441487-C7FE-D877-A083-9D042C5E88B9}"/>
                </a:ext>
              </a:extLst>
            </p:cNvPr>
            <p:cNvCxnSpPr>
              <a:cxnSpLocks/>
              <a:stCxn id="21" idx="3"/>
              <a:endCxn id="22" idx="1"/>
            </p:cNvCxnSpPr>
            <p:nvPr/>
          </p:nvCxnSpPr>
          <p:spPr bwMode="auto">
            <a:xfrm flipV="1">
              <a:off x="5906392" y="3615923"/>
              <a:ext cx="323597" cy="1035648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Gerade Verbindung mit Pfeil 36">
              <a:extLst>
                <a:ext uri="{FF2B5EF4-FFF2-40B4-BE49-F238E27FC236}">
                  <a16:creationId xmlns:a16="http://schemas.microsoft.com/office/drawing/2014/main" id="{5BD04222-2D48-E63F-01A7-84690A8ADB6A}"/>
                </a:ext>
              </a:extLst>
            </p:cNvPr>
            <p:cNvCxnSpPr>
              <a:cxnSpLocks/>
              <a:stCxn id="22" idx="3"/>
              <a:endCxn id="23" idx="1"/>
            </p:cNvCxnSpPr>
            <p:nvPr/>
          </p:nvCxnSpPr>
          <p:spPr bwMode="auto">
            <a:xfrm>
              <a:off x="7403469" y="3615923"/>
              <a:ext cx="323597" cy="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Gerade Verbindung mit Pfeil 39">
              <a:extLst>
                <a:ext uri="{FF2B5EF4-FFF2-40B4-BE49-F238E27FC236}">
                  <a16:creationId xmlns:a16="http://schemas.microsoft.com/office/drawing/2014/main" id="{950FF425-9D16-38AE-B525-8725CB31B71F}"/>
                </a:ext>
              </a:extLst>
            </p:cNvPr>
            <p:cNvCxnSpPr>
              <a:cxnSpLocks/>
              <a:stCxn id="23" idx="3"/>
              <a:endCxn id="24" idx="1"/>
            </p:cNvCxnSpPr>
            <p:nvPr/>
          </p:nvCxnSpPr>
          <p:spPr bwMode="auto">
            <a:xfrm flipV="1">
              <a:off x="8900546" y="3615922"/>
              <a:ext cx="323598" cy="1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Gerade Verbindung mit Pfeil 42">
              <a:extLst>
                <a:ext uri="{FF2B5EF4-FFF2-40B4-BE49-F238E27FC236}">
                  <a16:creationId xmlns:a16="http://schemas.microsoft.com/office/drawing/2014/main" id="{2B1CDF1E-AE51-2300-F1DE-36B7F28F4BB8}"/>
                </a:ext>
              </a:extLst>
            </p:cNvPr>
            <p:cNvCxnSpPr>
              <a:cxnSpLocks/>
              <a:stCxn id="24" idx="3"/>
              <a:endCxn id="16" idx="1"/>
            </p:cNvCxnSpPr>
            <p:nvPr/>
          </p:nvCxnSpPr>
          <p:spPr bwMode="auto">
            <a:xfrm>
              <a:off x="10397624" y="3615922"/>
              <a:ext cx="266701" cy="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684840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796873A4-3B48-5F4A-8C70-9933AC45A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73EBD52-C745-CA91-A0C6-073C6B63CF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C4FC9A2-5BE3-BBD1-ABAD-B6809CB4E1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 smtClean="0"/>
              <a:t>6</a:t>
            </a:fld>
            <a:endParaRPr lang="de-DE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D34E4AFC-6595-F388-E1FB-64ACDD864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Process Description – grey frame detection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F4C78EFA-84AA-DCB4-C76B-68F2DA7E3C45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06405" y="2033591"/>
            <a:ext cx="5981695" cy="4210049"/>
          </a:xfrm>
        </p:spPr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GB" dirty="0"/>
              <a:t>Smoothing with bilateral filter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Edge detection with Canny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Closing of edges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Search for largest square contour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Reduce size of outer contour by 5%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Get inner contour by reducing size of outer contour by 10%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5563D573-ED5F-6BBA-1E31-9D2C8DA66F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9104" y="1506747"/>
            <a:ext cx="4617245" cy="4697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96024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5CA17A-1822-CF4C-066F-2F141AC2FD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409CE787-FD08-F6E2-3E69-7A59DE4DDC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4DA58967-5EF7-80F8-DDD8-4BBAE01EBD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DF2BF9F-9AC8-5188-2197-D23A0A460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 smtClean="0"/>
              <a:t>7</a:t>
            </a:fld>
            <a:endParaRPr lang="de-DE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60071C42-EC04-F767-EBA3-4DCF5E0F0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Process Description – </a:t>
            </a:r>
            <a:r>
              <a:rPr lang="en-GB" dirty="0" err="1"/>
              <a:t>color</a:t>
            </a:r>
            <a:r>
              <a:rPr lang="en-GB" dirty="0"/>
              <a:t> Correction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Inhaltsplatzhalter 5">
                <a:extLst>
                  <a:ext uri="{FF2B5EF4-FFF2-40B4-BE49-F238E27FC236}">
                    <a16:creationId xmlns:a16="http://schemas.microsoft.com/office/drawing/2014/main" id="{ACF5D8D7-64D1-C8BE-01D2-97AAF4E5F8DB}"/>
                  </a:ext>
                </a:extLst>
              </p:cNvPr>
              <p:cNvSpPr>
                <a:spLocks noGrp="1"/>
              </p:cNvSpPr>
              <p:nvPr>
                <p:ph idx="13"/>
              </p:nvPr>
            </p:nvSpPr>
            <p:spPr/>
            <p:txBody>
              <a:bodyPr/>
              <a:lstStyle/>
              <a:p>
                <a:r>
                  <a:rPr lang="en-GB" b="1" dirty="0"/>
                  <a:t>Calibration to get </a:t>
                </a:r>
                <a:r>
                  <a:rPr lang="en-GB" b="1" dirty="0" err="1"/>
                  <a:t>color</a:t>
                </a:r>
                <a:r>
                  <a:rPr lang="en-GB" b="1" dirty="0"/>
                  <a:t> conditions of Ground Truth:</a:t>
                </a:r>
              </a:p>
              <a:p>
                <a:r>
                  <a:rPr lang="en-GB" dirty="0"/>
                  <a:t>Ground Truth: </a:t>
                </a:r>
                <a:r>
                  <a:rPr lang="en-GB" dirty="0" err="1"/>
                  <a:t>Color</a:t>
                </a:r>
                <a:r>
                  <a:rPr lang="en-GB" dirty="0"/>
                  <a:t> values of test image, </a:t>
                </a:r>
                <a:r>
                  <a:rPr lang="en-GB" dirty="0" err="1"/>
                  <a:t>color</a:t>
                </a:r>
                <a:r>
                  <a:rPr lang="en-GB" dirty="0"/>
                  <a:t> thresholds based on that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GB" dirty="0"/>
                  <a:t>Get RGB-values of grey frame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GB" dirty="0"/>
                  <a:t>Calculate correction values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endParaRPr lang="en-GB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GB" dirty="0"/>
                  <a:t>Recalibrate image</a:t>
                </a:r>
              </a:p>
              <a:p>
                <a:pPr marL="457200" indent="-457200">
                  <a:buFont typeface="+mj-lt"/>
                  <a:buAutoNum type="arabicPeriod"/>
                </a:pPr>
                <a:endParaRPr lang="en-GB" dirty="0"/>
              </a:p>
            </p:txBody>
          </p:sp>
        </mc:Choice>
        <mc:Fallback xmlns="">
          <p:sp>
            <p:nvSpPr>
              <p:cNvPr id="6" name="Inhaltsplatzhalter 5">
                <a:extLst>
                  <a:ext uri="{FF2B5EF4-FFF2-40B4-BE49-F238E27FC236}">
                    <a16:creationId xmlns:a16="http://schemas.microsoft.com/office/drawing/2014/main" id="{ACF5D8D7-64D1-C8BE-01D2-97AAF4E5F8D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3"/>
              </p:nvPr>
            </p:nvSpPr>
            <p:spPr>
              <a:blipFill>
                <a:blip r:embed="rId2"/>
                <a:stretch>
                  <a:fillRect l="-1501" t="-231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Grafik 7">
            <a:extLst>
              <a:ext uri="{FF2B5EF4-FFF2-40B4-BE49-F238E27FC236}">
                <a16:creationId xmlns:a16="http://schemas.microsoft.com/office/drawing/2014/main" id="{5021F776-F5D4-7AB0-5A1B-59AA4471B6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0903" y="3608136"/>
            <a:ext cx="4857786" cy="1800238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14ADFCB3-6846-8C58-39B5-226ABD010B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2979" y="5312619"/>
            <a:ext cx="4829210" cy="1066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37446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A69664-0E46-F7EA-A351-ADB5D3FDDB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EF6968B5-AC15-7485-60DB-7A53A95928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2D88D1A0-F59D-760E-6D9D-E3807391E9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9931C93-4F93-A899-2E02-057C2BE7A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 smtClean="0"/>
              <a:t>8</a:t>
            </a:fld>
            <a:endParaRPr lang="de-DE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D4471FCB-261A-D64D-36C0-401D276C0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Process Description – </a:t>
            </a:r>
            <a:r>
              <a:rPr lang="en-GB" dirty="0" err="1"/>
              <a:t>color</a:t>
            </a:r>
            <a:r>
              <a:rPr lang="en-GB" dirty="0"/>
              <a:t> Correction</a:t>
            </a:r>
          </a:p>
        </p:txBody>
      </p:sp>
      <p:pic>
        <p:nvPicPr>
          <p:cNvPr id="9" name="Inhaltsplatzhalter 8">
            <a:extLst>
              <a:ext uri="{FF2B5EF4-FFF2-40B4-BE49-F238E27FC236}">
                <a16:creationId xmlns:a16="http://schemas.microsoft.com/office/drawing/2014/main" id="{EF49F3AC-64CB-819E-5231-8AA70039BCAC}"/>
              </a:ext>
            </a:extLst>
          </p:cNvPr>
          <p:cNvPicPr>
            <a:picLocks noGrp="1" noChangeAspect="1"/>
          </p:cNvPicPr>
          <p:nvPr>
            <p:ph idx="13"/>
          </p:nvPr>
        </p:nvPicPr>
        <p:blipFill>
          <a:blip r:embed="rId2"/>
          <a:stretch>
            <a:fillRect/>
          </a:stretch>
        </p:blipFill>
        <p:spPr>
          <a:xfrm>
            <a:off x="1379247" y="2220078"/>
            <a:ext cx="3983419" cy="3958472"/>
          </a:xfr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7B4098A2-EE12-DB1E-AEEA-B6A63EDF43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1913" y="2165350"/>
            <a:ext cx="4070839" cy="4013199"/>
          </a:xfrm>
          <a:prstGeom prst="rect">
            <a:avLst/>
          </a:prstGeom>
        </p:spPr>
      </p:pic>
      <p:sp>
        <p:nvSpPr>
          <p:cNvPr id="13" name="Textfeld 12">
            <a:extLst>
              <a:ext uri="{FF2B5EF4-FFF2-40B4-BE49-F238E27FC236}">
                <a16:creationId xmlns:a16="http://schemas.microsoft.com/office/drawing/2014/main" id="{C64D511C-67DC-8B8B-A539-E80E6B0F993A}"/>
              </a:ext>
            </a:extLst>
          </p:cNvPr>
          <p:cNvSpPr txBox="1"/>
          <p:nvPr/>
        </p:nvSpPr>
        <p:spPr>
          <a:xfrm>
            <a:off x="1595237" y="1796018"/>
            <a:ext cx="35514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 err="1"/>
              <a:t>Before</a:t>
            </a:r>
            <a:r>
              <a:rPr lang="de-DE" dirty="0"/>
              <a:t> </a:t>
            </a:r>
            <a:r>
              <a:rPr lang="de-DE" dirty="0" err="1"/>
              <a:t>correction</a:t>
            </a:r>
            <a:endParaRPr lang="de-DE" dirty="0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919C006A-50B2-52BF-FFFE-9D68FF6DC578}"/>
              </a:ext>
            </a:extLst>
          </p:cNvPr>
          <p:cNvSpPr txBox="1"/>
          <p:nvPr/>
        </p:nvSpPr>
        <p:spPr>
          <a:xfrm>
            <a:off x="6948287" y="1716041"/>
            <a:ext cx="35514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After </a:t>
            </a:r>
            <a:r>
              <a:rPr lang="de-DE" dirty="0" err="1"/>
              <a:t>correction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116122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FAB924-40CF-ACA3-9BDC-0265969993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CBFECE3C-4F88-3558-A3C8-5CAFF33985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19A70751-DC2C-6193-8234-91455311F1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8C09959-27D4-5EA9-FB55-1F1545DB28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 smtClean="0"/>
              <a:t>9</a:t>
            </a:fld>
            <a:endParaRPr lang="de-DE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80D558FC-E672-8013-945E-517FE62B9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Process Description – </a:t>
            </a:r>
            <a:r>
              <a:rPr lang="en-GB" dirty="0" err="1"/>
              <a:t>color</a:t>
            </a:r>
            <a:r>
              <a:rPr lang="en-GB" dirty="0"/>
              <a:t> filtering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1D358F89-8312-F254-A50C-EA4B0F05F60B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06405" y="2033591"/>
            <a:ext cx="6007095" cy="4210049"/>
          </a:xfrm>
        </p:spPr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de-DE" dirty="0"/>
              <a:t>Transform </a:t>
            </a:r>
            <a:r>
              <a:rPr lang="de-DE" dirty="0" err="1"/>
              <a:t>image</a:t>
            </a:r>
            <a:r>
              <a:rPr lang="de-DE" dirty="0"/>
              <a:t> in HSV </a:t>
            </a:r>
            <a:r>
              <a:rPr lang="de-DE" dirty="0" err="1"/>
              <a:t>color</a:t>
            </a:r>
            <a:r>
              <a:rPr lang="de-DE" dirty="0"/>
              <a:t> </a:t>
            </a:r>
            <a:r>
              <a:rPr lang="de-DE" dirty="0" err="1"/>
              <a:t>space</a:t>
            </a:r>
            <a:endParaRPr lang="de-DE" dirty="0"/>
          </a:p>
          <a:p>
            <a:pPr marL="457200" indent="-457200">
              <a:buFont typeface="+mj-lt"/>
              <a:buAutoNum type="arabicPeriod"/>
            </a:pPr>
            <a:r>
              <a:rPr lang="de-DE" dirty="0"/>
              <a:t>Filter </a:t>
            </a:r>
            <a:r>
              <a:rPr lang="de-DE" dirty="0" err="1"/>
              <a:t>image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specified</a:t>
            </a:r>
            <a:r>
              <a:rPr lang="de-DE" dirty="0"/>
              <a:t> </a:t>
            </a:r>
            <a:r>
              <a:rPr lang="de-DE" dirty="0" err="1"/>
              <a:t>color</a:t>
            </a:r>
            <a:r>
              <a:rPr lang="de-DE" dirty="0"/>
              <a:t> </a:t>
            </a:r>
            <a:r>
              <a:rPr lang="de-DE" dirty="0" err="1"/>
              <a:t>thesholds</a:t>
            </a:r>
            <a:endParaRPr lang="de-DE" dirty="0"/>
          </a:p>
          <a:p>
            <a:pPr marL="457200" indent="-457200">
              <a:buFont typeface="+mj-lt"/>
              <a:buAutoNum type="arabicPeriod"/>
            </a:pPr>
            <a:r>
              <a:rPr lang="de-DE" dirty="0" err="1"/>
              <a:t>Get</a:t>
            </a:r>
            <a:r>
              <a:rPr lang="de-DE" dirty="0"/>
              <a:t> </a:t>
            </a:r>
            <a:r>
              <a:rPr lang="de-DE" dirty="0" err="1"/>
              <a:t>contours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object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specified</a:t>
            </a:r>
            <a:r>
              <a:rPr lang="de-DE" dirty="0"/>
              <a:t> </a:t>
            </a:r>
            <a:r>
              <a:rPr lang="de-DE" dirty="0" err="1"/>
              <a:t>color</a:t>
            </a:r>
            <a:r>
              <a:rPr lang="de-DE" dirty="0"/>
              <a:t> </a:t>
            </a:r>
            <a:r>
              <a:rPr lang="de-DE" dirty="0" err="1"/>
              <a:t>values</a:t>
            </a:r>
            <a:endParaRPr lang="de-DE" dirty="0"/>
          </a:p>
          <a:p>
            <a:pPr marL="457200" indent="-457200">
              <a:buFont typeface="+mj-lt"/>
              <a:buAutoNum type="arabicPeriod"/>
            </a:pPr>
            <a:r>
              <a:rPr lang="de-DE" dirty="0"/>
              <a:t>Filter </a:t>
            </a:r>
            <a:r>
              <a:rPr lang="de-DE" dirty="0" err="1"/>
              <a:t>contours</a:t>
            </a:r>
            <a:r>
              <a:rPr lang="de-DE" dirty="0"/>
              <a:t> </a:t>
            </a:r>
            <a:r>
              <a:rPr lang="de-DE" dirty="0" err="1"/>
              <a:t>based</a:t>
            </a:r>
            <a:r>
              <a:rPr lang="de-DE" dirty="0"/>
              <a:t> on </a:t>
            </a:r>
            <a:r>
              <a:rPr lang="de-DE" dirty="0" err="1"/>
              <a:t>size</a:t>
            </a:r>
            <a:r>
              <a:rPr lang="de-DE" dirty="0"/>
              <a:t>, </a:t>
            </a:r>
            <a:r>
              <a:rPr lang="de-DE" dirty="0" err="1"/>
              <a:t>filling</a:t>
            </a:r>
            <a:r>
              <a:rPr lang="de-DE" dirty="0"/>
              <a:t> </a:t>
            </a:r>
            <a:r>
              <a:rPr lang="de-DE" dirty="0" err="1"/>
              <a:t>factor</a:t>
            </a:r>
            <a:r>
              <a:rPr lang="de-DE" dirty="0"/>
              <a:t>, </a:t>
            </a:r>
            <a:r>
              <a:rPr lang="de-DE" dirty="0" err="1"/>
              <a:t>squareness</a:t>
            </a:r>
            <a:endParaRPr lang="de-DE" dirty="0"/>
          </a:p>
          <a:p>
            <a:pPr marL="457200" indent="-457200">
              <a:buFont typeface="+mj-lt"/>
              <a:buAutoNum type="arabicPeriod"/>
            </a:pPr>
            <a:r>
              <a:rPr lang="de-DE" dirty="0" err="1"/>
              <a:t>Get</a:t>
            </a:r>
            <a:r>
              <a:rPr lang="de-DE" dirty="0"/>
              <a:t> </a:t>
            </a:r>
            <a:r>
              <a:rPr lang="de-DE" dirty="0" err="1"/>
              <a:t>attributes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every</a:t>
            </a:r>
            <a:r>
              <a:rPr lang="de-DE" dirty="0"/>
              <a:t> </a:t>
            </a:r>
            <a:r>
              <a:rPr lang="de-DE" dirty="0" err="1"/>
              <a:t>found</a:t>
            </a:r>
            <a:r>
              <a:rPr lang="de-DE" dirty="0"/>
              <a:t> </a:t>
            </a:r>
            <a:r>
              <a:rPr lang="de-DE" dirty="0" err="1"/>
              <a:t>object</a:t>
            </a:r>
            <a:endParaRPr lang="de-DE" dirty="0"/>
          </a:p>
          <a:p>
            <a:pPr marL="457200" indent="-457200">
              <a:buFont typeface="+mj-lt"/>
              <a:buAutoNum type="arabicPeriod"/>
            </a:pPr>
            <a:endParaRPr lang="de-DE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3E0A00B0-CC56-CFD8-EAB6-B444C8EB83C5}"/>
              </a:ext>
            </a:extLst>
          </p:cNvPr>
          <p:cNvPicPr>
            <a:picLocks/>
          </p:cNvPicPr>
          <p:nvPr/>
        </p:nvPicPr>
        <p:blipFill>
          <a:blip r:embed="rId3"/>
          <a:srcRect l="11666" b="3306"/>
          <a:stretch/>
        </p:blipFill>
        <p:spPr>
          <a:xfrm>
            <a:off x="6413500" y="2305050"/>
            <a:ext cx="5547552" cy="3654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9011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9FCE0A-432B-0F38-A438-20CCA87A20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4344B3DF-E37B-D095-AA50-66C4F2CB77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D6286DD3-77A7-60DE-FBAC-4CCB7A6054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9A2C7DD-683A-949E-5394-C9F2082E54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 smtClean="0"/>
              <a:t>10</a:t>
            </a:fld>
            <a:endParaRPr lang="de-DE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304681F6-0627-6D20-74A9-0021F1A1EA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Process Description – </a:t>
            </a:r>
            <a:r>
              <a:rPr lang="en-GB" dirty="0" err="1"/>
              <a:t>color</a:t>
            </a:r>
            <a:r>
              <a:rPr lang="en-GB" dirty="0"/>
              <a:t> filtering</a:t>
            </a:r>
          </a:p>
        </p:txBody>
      </p:sp>
      <p:pic>
        <p:nvPicPr>
          <p:cNvPr id="7" name="Inhaltsplatzhalter 7">
            <a:extLst>
              <a:ext uri="{FF2B5EF4-FFF2-40B4-BE49-F238E27FC236}">
                <a16:creationId xmlns:a16="http://schemas.microsoft.com/office/drawing/2014/main" id="{1A87B833-AE42-AD6C-3570-F66AE480A8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227711" y="1787537"/>
            <a:ext cx="3824089" cy="3802605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4BC89708-011D-C7E3-E5FB-E574AFCF776D}"/>
              </a:ext>
            </a:extLst>
          </p:cNvPr>
          <p:cNvSpPr txBox="1"/>
          <p:nvPr/>
        </p:nvSpPr>
        <p:spPr>
          <a:xfrm>
            <a:off x="2983447" y="5590143"/>
            <a:ext cx="6223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 err="1"/>
              <a:t>Mask</a:t>
            </a:r>
            <a:r>
              <a:rPr lang="de-DE" dirty="0"/>
              <a:t> after </a:t>
            </a:r>
            <a:r>
              <a:rPr lang="de-DE" dirty="0" err="1"/>
              <a:t>color</a:t>
            </a:r>
            <a:r>
              <a:rPr lang="de-DE" dirty="0"/>
              <a:t> </a:t>
            </a:r>
            <a:r>
              <a:rPr lang="de-DE" dirty="0" err="1"/>
              <a:t>filtering</a:t>
            </a:r>
            <a:r>
              <a:rPr lang="de-DE" dirty="0"/>
              <a:t> and </a:t>
            </a:r>
            <a:r>
              <a:rPr lang="de-DE" dirty="0" err="1"/>
              <a:t>contour</a:t>
            </a:r>
            <a:r>
              <a:rPr lang="de-DE" dirty="0"/>
              <a:t> </a:t>
            </a:r>
            <a:r>
              <a:rPr lang="de-DE" dirty="0" err="1"/>
              <a:t>filtering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463431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12E152-F2D2-B8A0-3F5F-37820B2C3B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AF5AFAD2-0963-70F5-4E53-A62A9E83BE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F7F04CF6-D327-6043-5CB3-BEA19E7B5E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E3B3010-05D5-C01D-7771-36D5F63F9F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 smtClean="0"/>
              <a:t>11</a:t>
            </a:fld>
            <a:endParaRPr lang="de-DE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D50F3045-E677-FCAF-4B48-A56673C6C1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Process Description – Edge Filtering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5AE34449-7C41-BBF4-FA46-69796CA89EA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de-DE" dirty="0" err="1"/>
              <a:t>Get</a:t>
            </a:r>
            <a:r>
              <a:rPr lang="de-DE" dirty="0"/>
              <a:t> </a:t>
            </a:r>
            <a:r>
              <a:rPr lang="de-DE" dirty="0" err="1"/>
              <a:t>mask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black</a:t>
            </a:r>
            <a:r>
              <a:rPr lang="de-DE" dirty="0"/>
              <a:t> </a:t>
            </a:r>
            <a:r>
              <a:rPr lang="de-DE" dirty="0" err="1"/>
              <a:t>pixels</a:t>
            </a:r>
            <a:endParaRPr lang="de-DE" dirty="0"/>
          </a:p>
          <a:p>
            <a:pPr marL="457200" indent="-457200">
              <a:buFont typeface="+mj-lt"/>
              <a:buAutoNum type="arabicPeriod"/>
            </a:pPr>
            <a:r>
              <a:rPr lang="de-DE" dirty="0"/>
              <a:t>Find </a:t>
            </a:r>
            <a:r>
              <a:rPr lang="de-DE" dirty="0" err="1"/>
              <a:t>contours</a:t>
            </a:r>
            <a:r>
              <a:rPr lang="de-DE" dirty="0"/>
              <a:t> in </a:t>
            </a:r>
            <a:r>
              <a:rPr lang="de-DE" dirty="0" err="1"/>
              <a:t>mask</a:t>
            </a:r>
            <a:r>
              <a:rPr lang="de-DE" dirty="0"/>
              <a:t> </a:t>
            </a:r>
            <a:r>
              <a:rPr lang="de-DE" dirty="0" err="1"/>
              <a:t>image</a:t>
            </a:r>
            <a:endParaRPr lang="de-DE" dirty="0"/>
          </a:p>
          <a:p>
            <a:pPr marL="457200" indent="-457200">
              <a:buFont typeface="+mj-lt"/>
              <a:buAutoNum type="arabicPeriod"/>
            </a:pPr>
            <a:r>
              <a:rPr lang="de-DE" dirty="0"/>
              <a:t>Filter </a:t>
            </a:r>
            <a:r>
              <a:rPr lang="de-DE" dirty="0" err="1"/>
              <a:t>contours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area</a:t>
            </a:r>
            <a:endParaRPr lang="de-DE" dirty="0"/>
          </a:p>
          <a:p>
            <a:pPr marL="457200" indent="-457200">
              <a:buFont typeface="+mj-lt"/>
              <a:buAutoNum type="arabicPeriod"/>
            </a:pPr>
            <a:r>
              <a:rPr lang="de-DE" dirty="0" err="1"/>
              <a:t>Calculate</a:t>
            </a:r>
            <a:r>
              <a:rPr lang="de-DE" dirty="0"/>
              <a:t> </a:t>
            </a:r>
            <a:r>
              <a:rPr lang="de-DE" dirty="0" err="1"/>
              <a:t>focus</a:t>
            </a:r>
            <a:r>
              <a:rPr lang="de-DE" dirty="0"/>
              <a:t> </a:t>
            </a:r>
            <a:r>
              <a:rPr lang="de-DE" dirty="0" err="1"/>
              <a:t>point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contour</a:t>
            </a:r>
            <a:endParaRPr lang="de-DE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B2ECA3EA-735D-A121-B87F-90ED682DC4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5152" y="1676384"/>
            <a:ext cx="4243398" cy="4203665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D685DE71-6CDC-0FCB-6B0D-D54AEAD25437}"/>
              </a:ext>
            </a:extLst>
          </p:cNvPr>
          <p:cNvSpPr txBox="1"/>
          <p:nvPr/>
        </p:nvSpPr>
        <p:spPr>
          <a:xfrm>
            <a:off x="6311101" y="5877179"/>
            <a:ext cx="6223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 err="1"/>
              <a:t>Mask</a:t>
            </a:r>
            <a:r>
              <a:rPr lang="de-DE" dirty="0"/>
              <a:t> after </a:t>
            </a:r>
            <a:r>
              <a:rPr lang="de-DE" dirty="0" err="1"/>
              <a:t>edge</a:t>
            </a:r>
            <a:r>
              <a:rPr lang="de-DE" dirty="0"/>
              <a:t> </a:t>
            </a:r>
            <a:r>
              <a:rPr lang="de-DE" dirty="0" err="1"/>
              <a:t>filtering</a:t>
            </a:r>
            <a:r>
              <a:rPr lang="de-DE" dirty="0"/>
              <a:t> </a:t>
            </a:r>
            <a:r>
              <a:rPr lang="de-DE" dirty="0" err="1"/>
              <a:t>without</a:t>
            </a:r>
            <a:r>
              <a:rPr lang="de-DE" dirty="0"/>
              <a:t> </a:t>
            </a:r>
            <a:r>
              <a:rPr lang="de-DE" dirty="0" err="1"/>
              <a:t>contour</a:t>
            </a:r>
            <a:r>
              <a:rPr lang="de-DE" dirty="0"/>
              <a:t> </a:t>
            </a:r>
            <a:r>
              <a:rPr lang="de-DE" dirty="0" err="1"/>
              <a:t>filtering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310100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7EF07-2B38-69DD-7352-19D2A4E1DE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74BFFD21-FD51-4672-61C3-8A2FB9D317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041C68BC-54EE-04D4-4FAF-C068B04F8B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F03CEFE-5AF1-C694-C455-FBBE99CAA6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 smtClean="0"/>
              <a:t>12</a:t>
            </a:fld>
            <a:endParaRPr lang="de-DE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958C9418-7637-4585-2B93-8580825BFB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Process Description – grid position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052AC555-7016-5F0F-AF7D-731F3ADEAD71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de-DE" dirty="0"/>
              <a:t>Split x-,y-</a:t>
            </a:r>
            <a:r>
              <a:rPr lang="de-DE" dirty="0" err="1"/>
              <a:t>coordinate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focus</a:t>
            </a:r>
            <a:r>
              <a:rPr lang="de-DE" dirty="0"/>
              <a:t> </a:t>
            </a:r>
            <a:r>
              <a:rPr lang="de-DE" dirty="0" err="1"/>
              <a:t>points</a:t>
            </a:r>
            <a:endParaRPr lang="de-DE" dirty="0"/>
          </a:p>
          <a:p>
            <a:pPr marL="457200" indent="-457200">
              <a:buFont typeface="+mj-lt"/>
              <a:buAutoNum type="arabicPeriod"/>
            </a:pPr>
            <a:r>
              <a:rPr lang="de-DE" dirty="0" err="1"/>
              <a:t>Calculate</a:t>
            </a:r>
            <a:r>
              <a:rPr lang="de-DE" dirty="0"/>
              <a:t> a </a:t>
            </a:r>
            <a:r>
              <a:rPr lang="de-DE" dirty="0" err="1"/>
              <a:t>distance</a:t>
            </a:r>
            <a:r>
              <a:rPr lang="de-DE" dirty="0"/>
              <a:t> </a:t>
            </a:r>
            <a:r>
              <a:rPr lang="de-DE" dirty="0" err="1"/>
              <a:t>threshold</a:t>
            </a:r>
            <a:r>
              <a:rPr lang="de-DE" dirty="0"/>
              <a:t> </a:t>
            </a:r>
            <a:r>
              <a:rPr lang="de-DE" dirty="0" err="1"/>
              <a:t>besed</a:t>
            </a:r>
            <a:r>
              <a:rPr lang="de-DE" dirty="0"/>
              <a:t> on </a:t>
            </a:r>
            <a:r>
              <a:rPr lang="de-DE" dirty="0" err="1"/>
              <a:t>mean</a:t>
            </a:r>
            <a:br>
              <a:rPr lang="de-DE" dirty="0"/>
            </a:br>
            <a:r>
              <a:rPr lang="de-DE" dirty="0" err="1"/>
              <a:t>height</a:t>
            </a:r>
            <a:r>
              <a:rPr lang="de-DE" dirty="0"/>
              <a:t>/</a:t>
            </a:r>
            <a:r>
              <a:rPr lang="de-DE" dirty="0" err="1"/>
              <a:t>width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Boundingboxes</a:t>
            </a:r>
            <a:endParaRPr lang="de-DE" dirty="0"/>
          </a:p>
          <a:p>
            <a:pPr marL="457200" indent="-457200">
              <a:buFont typeface="+mj-lt"/>
              <a:buAutoNum type="arabicPeriod"/>
            </a:pPr>
            <a:r>
              <a:rPr lang="de-DE" dirty="0"/>
              <a:t>Group </a:t>
            </a:r>
            <a:r>
              <a:rPr lang="de-DE" dirty="0" err="1"/>
              <a:t>coordinates</a:t>
            </a:r>
            <a:r>
              <a:rPr lang="de-DE" dirty="0"/>
              <a:t> in </a:t>
            </a:r>
            <a:r>
              <a:rPr lang="de-DE" dirty="0" err="1"/>
              <a:t>groups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rows</a:t>
            </a:r>
            <a:r>
              <a:rPr lang="de-DE" dirty="0"/>
              <a:t> and </a:t>
            </a:r>
            <a:r>
              <a:rPr lang="de-DE" dirty="0" err="1"/>
              <a:t>colums</a:t>
            </a:r>
            <a:endParaRPr lang="de-DE" dirty="0"/>
          </a:p>
          <a:p>
            <a:pPr marL="457200" indent="-457200">
              <a:buFont typeface="+mj-lt"/>
              <a:buAutoNum type="arabicPeriod"/>
            </a:pPr>
            <a:r>
              <a:rPr lang="de-DE" dirty="0" err="1"/>
              <a:t>Make</a:t>
            </a:r>
            <a:r>
              <a:rPr lang="de-DE" dirty="0"/>
              <a:t> </a:t>
            </a:r>
            <a:r>
              <a:rPr lang="de-DE" dirty="0" err="1"/>
              <a:t>sure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three</a:t>
            </a:r>
            <a:r>
              <a:rPr lang="de-DE" dirty="0"/>
              <a:t> </a:t>
            </a:r>
            <a:r>
              <a:rPr lang="de-DE" dirty="0" err="1"/>
              <a:t>elements</a:t>
            </a:r>
            <a:r>
              <a:rPr lang="de-DE" dirty="0"/>
              <a:t> in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group</a:t>
            </a:r>
            <a:endParaRPr lang="de-DE" dirty="0"/>
          </a:p>
          <a:p>
            <a:r>
              <a:rPr lang="de-DE" b="1" u="sng" dirty="0" err="1"/>
              <a:t>Necessary</a:t>
            </a:r>
            <a:r>
              <a:rPr lang="de-DE" b="1" u="sng" dirty="0"/>
              <a:t> </a:t>
            </a:r>
            <a:r>
              <a:rPr lang="de-DE" b="1" u="sng" dirty="0" err="1"/>
              <a:t>condition</a:t>
            </a:r>
            <a:r>
              <a:rPr lang="de-DE" b="1" u="sng" dirty="0"/>
              <a:t>:</a:t>
            </a:r>
            <a:br>
              <a:rPr lang="de-DE" dirty="0"/>
            </a:b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element</a:t>
            </a:r>
            <a:r>
              <a:rPr lang="de-DE" dirty="0"/>
              <a:t> in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row</a:t>
            </a:r>
            <a:r>
              <a:rPr lang="de-DE" dirty="0"/>
              <a:t> and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colum</a:t>
            </a:r>
            <a:endParaRPr lang="de-DE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93AD2FA1-BC19-677F-6921-A94C7732EB6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7897" t="35370" r="27754" b="22408"/>
          <a:stretch/>
        </p:blipFill>
        <p:spPr>
          <a:xfrm>
            <a:off x="7499350" y="2609543"/>
            <a:ext cx="3401357" cy="3349932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688809C3-705A-844D-D632-7845663CF258}"/>
              </a:ext>
            </a:extLst>
          </p:cNvPr>
          <p:cNvSpPr txBox="1"/>
          <p:nvPr/>
        </p:nvSpPr>
        <p:spPr>
          <a:xfrm>
            <a:off x="7499350" y="5959475"/>
            <a:ext cx="36857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Numbered grid with all fields</a:t>
            </a:r>
          </a:p>
        </p:txBody>
      </p:sp>
    </p:spTree>
    <p:extLst>
      <p:ext uri="{BB962C8B-B14F-4D97-AF65-F5344CB8AC3E}">
        <p14:creationId xmlns:p14="http://schemas.microsoft.com/office/powerpoint/2010/main" val="305233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15BF3D-A210-5FCE-3CCC-05C56B89E2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4DD443C0-739A-4D9C-1253-E2E5694110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664CCC7-FC7D-E43A-E70E-F3ED1AC548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2635F7A-A3C4-FB97-014D-9B21A6A320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 smtClean="0"/>
              <a:t>13</a:t>
            </a:fld>
            <a:endParaRPr lang="de-DE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B34ACD81-3479-F125-3649-8927045022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Process Description – Merging of results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89776260-445B-029C-76DD-83D706B96031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GB" b="1" dirty="0"/>
              <a:t>Iterate through the grid positions and look for entries in dictionaries: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If available in both </a:t>
            </a:r>
            <a:r>
              <a:rPr lang="en-GB" dirty="0" err="1"/>
              <a:t>dicts</a:t>
            </a:r>
            <a:r>
              <a:rPr lang="en-GB" dirty="0"/>
              <a:t>: Merge with a factorized mean 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If grid position only available in one </a:t>
            </a:r>
            <a:r>
              <a:rPr lang="en-GB" dirty="0" err="1"/>
              <a:t>dict</a:t>
            </a:r>
            <a:r>
              <a:rPr lang="en-GB" dirty="0"/>
              <a:t>: Take that entry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If grid position isn‘t available in any </a:t>
            </a:r>
            <a:r>
              <a:rPr lang="en-GB" dirty="0" err="1"/>
              <a:t>dict</a:t>
            </a:r>
            <a:r>
              <a:rPr lang="en-GB" dirty="0"/>
              <a:t>: compensate through geometry</a:t>
            </a:r>
          </a:p>
          <a:p>
            <a:pPr marL="457200" indent="-457200">
              <a:buFont typeface="+mj-lt"/>
              <a:buAutoNum type="arabicPeriod"/>
            </a:pPr>
            <a:endParaRPr lang="en-GB" dirty="0"/>
          </a:p>
          <a:p>
            <a:pPr marL="457200" indent="-457200">
              <a:buFont typeface="+mj-lt"/>
              <a:buAutoNum type="arabicPeriod"/>
            </a:pPr>
            <a:endParaRPr lang="en-GB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38F12D4A-F41B-8F05-A30B-1B55478F64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141" y="4336041"/>
            <a:ext cx="2082012" cy="2043385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9DAE0135-963A-1CC1-C8EB-704622044BA3}"/>
              </a:ext>
            </a:extLst>
          </p:cNvPr>
          <p:cNvSpPr txBox="1"/>
          <p:nvPr/>
        </p:nvSpPr>
        <p:spPr>
          <a:xfrm>
            <a:off x="2928153" y="5456097"/>
            <a:ext cx="196320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Mask</a:t>
            </a:r>
            <a:r>
              <a:rPr lang="de-DE" dirty="0"/>
              <a:t> after </a:t>
            </a:r>
            <a:r>
              <a:rPr lang="de-DE" dirty="0" err="1"/>
              <a:t>color</a:t>
            </a:r>
            <a:r>
              <a:rPr lang="de-DE" dirty="0"/>
              <a:t> </a:t>
            </a:r>
            <a:r>
              <a:rPr lang="de-DE" dirty="0" err="1"/>
              <a:t>filtering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missing</a:t>
            </a:r>
            <a:r>
              <a:rPr lang="de-DE" dirty="0"/>
              <a:t> </a:t>
            </a:r>
            <a:r>
              <a:rPr lang="de-DE" dirty="0" err="1"/>
              <a:t>object</a:t>
            </a:r>
            <a:endParaRPr lang="de-DE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627744DA-983B-9E4A-A33B-50E4611993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7334" y="4328968"/>
            <a:ext cx="2082012" cy="2046921"/>
          </a:xfrm>
          <a:prstGeom prst="rect">
            <a:avLst/>
          </a:prstGeom>
        </p:spPr>
      </p:pic>
      <p:sp>
        <p:nvSpPr>
          <p:cNvPr id="12" name="Textfeld 11">
            <a:extLst>
              <a:ext uri="{FF2B5EF4-FFF2-40B4-BE49-F238E27FC236}">
                <a16:creationId xmlns:a16="http://schemas.microsoft.com/office/drawing/2014/main" id="{6A64EF9D-DD90-4D19-F9A6-CFFD7A8B608E}"/>
              </a:ext>
            </a:extLst>
          </p:cNvPr>
          <p:cNvSpPr txBox="1"/>
          <p:nvPr/>
        </p:nvSpPr>
        <p:spPr>
          <a:xfrm>
            <a:off x="7411253" y="5411835"/>
            <a:ext cx="196320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Mask</a:t>
            </a:r>
            <a:r>
              <a:rPr lang="de-DE" dirty="0"/>
              <a:t> after </a:t>
            </a:r>
            <a:r>
              <a:rPr lang="de-DE" dirty="0" err="1"/>
              <a:t>edge</a:t>
            </a:r>
            <a:r>
              <a:rPr lang="de-DE" dirty="0"/>
              <a:t> </a:t>
            </a:r>
            <a:r>
              <a:rPr lang="de-DE" dirty="0" err="1"/>
              <a:t>filtering</a:t>
            </a:r>
            <a:r>
              <a:rPr lang="de-DE" dirty="0"/>
              <a:t> </a:t>
            </a:r>
            <a:r>
              <a:rPr lang="de-DE" dirty="0" err="1"/>
              <a:t>detection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every</a:t>
            </a:r>
            <a:r>
              <a:rPr lang="de-DE" dirty="0"/>
              <a:t> </a:t>
            </a:r>
            <a:r>
              <a:rPr lang="de-DE" dirty="0" err="1"/>
              <a:t>object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476157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7CCE20-D2B9-AEA4-2965-2A26452DD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359A2329-CD43-6319-7F04-112AD8BAD7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90313F03-A8D4-CD79-36B6-CDB00B4179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FF4D873-290A-7F00-8F39-E33DA7DB4A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 smtClean="0"/>
              <a:t>14</a:t>
            </a:fld>
            <a:endParaRPr lang="de-DE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4115360E-FB70-9032-05E9-1DD636411E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Process Description – compensation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62D45A6E-1665-61E6-21A1-37033EB8BF13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GB" dirty="0"/>
              <a:t>Mean x and y groups with three elements each</a:t>
            </a:r>
          </a:p>
          <a:p>
            <a:r>
              <a:rPr lang="en-GB" dirty="0"/>
              <a:t>Look for missing grid position and create </a:t>
            </a:r>
            <a:r>
              <a:rPr lang="en-GB" dirty="0" err="1"/>
              <a:t>dict</a:t>
            </a:r>
            <a:r>
              <a:rPr lang="en-GB" dirty="0"/>
              <a:t> entry based on centre points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0FE41F69-A757-98A7-01D7-6F4E6D963C6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23" t="35648" r="82449" b="34444"/>
          <a:stretch/>
        </p:blipFill>
        <p:spPr>
          <a:xfrm>
            <a:off x="4995914" y="3170283"/>
            <a:ext cx="2221969" cy="224280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2F7B06C9-121F-E3C3-A6F3-1843E2CAA94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74" t="70094" r="82397" b="1018"/>
          <a:stretch/>
        </p:blipFill>
        <p:spPr>
          <a:xfrm>
            <a:off x="1348444" y="3170285"/>
            <a:ext cx="2299026" cy="2241550"/>
          </a:xfrm>
          <a:prstGeom prst="rect">
            <a:avLst/>
          </a:prstGeom>
        </p:spPr>
      </p:pic>
      <p:sp>
        <p:nvSpPr>
          <p:cNvPr id="12" name="Textfeld 11">
            <a:extLst>
              <a:ext uri="{FF2B5EF4-FFF2-40B4-BE49-F238E27FC236}">
                <a16:creationId xmlns:a16="http://schemas.microsoft.com/office/drawing/2014/main" id="{62499515-3C6B-905A-68E2-EBA25D901B0A}"/>
              </a:ext>
            </a:extLst>
          </p:cNvPr>
          <p:cNvSpPr txBox="1"/>
          <p:nvPr/>
        </p:nvSpPr>
        <p:spPr>
          <a:xfrm>
            <a:off x="1232047" y="5463893"/>
            <a:ext cx="241542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Mask</a:t>
            </a:r>
            <a:r>
              <a:rPr lang="de-DE" dirty="0"/>
              <a:t> after </a:t>
            </a:r>
            <a:r>
              <a:rPr lang="de-DE" dirty="0" err="1"/>
              <a:t>color</a:t>
            </a:r>
            <a:r>
              <a:rPr lang="de-DE" dirty="0"/>
              <a:t> </a:t>
            </a:r>
            <a:r>
              <a:rPr lang="de-DE" dirty="0" err="1"/>
              <a:t>filtering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missing</a:t>
            </a:r>
            <a:r>
              <a:rPr lang="de-DE" dirty="0"/>
              <a:t> </a:t>
            </a:r>
            <a:r>
              <a:rPr lang="de-DE" dirty="0" err="1"/>
              <a:t>objects</a:t>
            </a:r>
            <a:endParaRPr lang="de-DE" dirty="0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6223243E-447D-A80B-1A68-C6A31EAFA277}"/>
              </a:ext>
            </a:extLst>
          </p:cNvPr>
          <p:cNvSpPr txBox="1"/>
          <p:nvPr/>
        </p:nvSpPr>
        <p:spPr>
          <a:xfrm>
            <a:off x="4921632" y="5448300"/>
            <a:ext cx="234663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Mask</a:t>
            </a:r>
            <a:r>
              <a:rPr lang="de-DE" dirty="0"/>
              <a:t> after </a:t>
            </a:r>
            <a:r>
              <a:rPr lang="de-DE" dirty="0" err="1"/>
              <a:t>edge</a:t>
            </a:r>
            <a:r>
              <a:rPr lang="de-DE" dirty="0"/>
              <a:t> </a:t>
            </a:r>
            <a:r>
              <a:rPr lang="de-DE" dirty="0" err="1"/>
              <a:t>filtering</a:t>
            </a:r>
            <a:r>
              <a:rPr lang="de-DE" dirty="0"/>
              <a:t> </a:t>
            </a:r>
            <a:r>
              <a:rPr lang="de-DE" dirty="0" err="1"/>
              <a:t>detection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missing</a:t>
            </a:r>
            <a:r>
              <a:rPr lang="de-DE" dirty="0"/>
              <a:t> </a:t>
            </a:r>
            <a:r>
              <a:rPr lang="de-DE" dirty="0" err="1"/>
              <a:t>object</a:t>
            </a:r>
            <a:endParaRPr lang="de-DE" dirty="0"/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F559C426-6E6A-669D-DCA6-A2002D5F653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7897" t="35370" r="27754" b="22408"/>
          <a:stretch/>
        </p:blipFill>
        <p:spPr>
          <a:xfrm>
            <a:off x="8566327" y="3169035"/>
            <a:ext cx="2277229" cy="2242800"/>
          </a:xfrm>
          <a:prstGeom prst="rect">
            <a:avLst/>
          </a:prstGeom>
        </p:spPr>
      </p:pic>
      <p:sp>
        <p:nvSpPr>
          <p:cNvPr id="18" name="Textfeld 17">
            <a:extLst>
              <a:ext uri="{FF2B5EF4-FFF2-40B4-BE49-F238E27FC236}">
                <a16:creationId xmlns:a16="http://schemas.microsoft.com/office/drawing/2014/main" id="{58231604-3DE5-FDA3-2F32-86D15AF826A4}"/>
              </a:ext>
            </a:extLst>
          </p:cNvPr>
          <p:cNvSpPr txBox="1"/>
          <p:nvPr/>
        </p:nvSpPr>
        <p:spPr>
          <a:xfrm>
            <a:off x="8531626" y="5463893"/>
            <a:ext cx="261262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Final </a:t>
            </a:r>
            <a:r>
              <a:rPr lang="de-DE" dirty="0" err="1"/>
              <a:t>image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all </a:t>
            </a:r>
            <a:r>
              <a:rPr lang="de-DE" dirty="0" err="1"/>
              <a:t>objects</a:t>
            </a:r>
            <a:r>
              <a:rPr lang="de-DE" dirty="0"/>
              <a:t> (</a:t>
            </a:r>
            <a:r>
              <a:rPr lang="de-DE" dirty="0" err="1"/>
              <a:t>compensated</a:t>
            </a:r>
            <a:r>
              <a:rPr lang="de-DE" dirty="0"/>
              <a:t> </a:t>
            </a:r>
            <a:r>
              <a:rPr lang="de-DE" dirty="0" err="1"/>
              <a:t>sixth</a:t>
            </a:r>
            <a:r>
              <a:rPr lang="de-DE" dirty="0"/>
              <a:t> </a:t>
            </a:r>
            <a:r>
              <a:rPr lang="de-DE" dirty="0" err="1"/>
              <a:t>tile</a:t>
            </a:r>
            <a:r>
              <a:rPr lang="de-DE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019269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DAB932-08C0-673B-B4DF-3E1EF7304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CD9E7C61-E8F4-804E-7CA7-1CFD4F4298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147F808F-A7D0-B1F7-5F26-D9C36FD1D6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002ECE7-DE59-E91F-0987-441B74C10E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 smtClean="0"/>
              <a:t>15</a:t>
            </a:fld>
            <a:endParaRPr lang="de-DE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631BD814-CF8F-07B4-22C5-CE01ACE60E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6404" y="898525"/>
            <a:ext cx="11480796" cy="480853"/>
          </a:xfrm>
        </p:spPr>
        <p:txBody>
          <a:bodyPr/>
          <a:lstStyle/>
          <a:p>
            <a:r>
              <a:rPr lang="en-GB" dirty="0"/>
              <a:t>Process Description – Backwards </a:t>
            </a:r>
            <a:r>
              <a:rPr lang="en-GB" dirty="0" err="1"/>
              <a:t>color</a:t>
            </a:r>
            <a:r>
              <a:rPr lang="en-GB" dirty="0"/>
              <a:t> det.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6564CA8A-10E4-0217-22C2-821C63E2EC15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06404" y="2033591"/>
            <a:ext cx="11550645" cy="4210049"/>
          </a:xfrm>
        </p:spPr>
        <p:txBody>
          <a:bodyPr/>
          <a:lstStyle/>
          <a:p>
            <a:r>
              <a:rPr lang="en-GB" b="1" dirty="0" err="1"/>
              <a:t>Color</a:t>
            </a:r>
            <a:r>
              <a:rPr lang="en-GB" b="1" dirty="0"/>
              <a:t> detection if object detected by Edge detection or Compensation, not by </a:t>
            </a:r>
            <a:r>
              <a:rPr lang="en-GB" b="1" dirty="0" err="1"/>
              <a:t>color</a:t>
            </a:r>
            <a:r>
              <a:rPr lang="en-GB" b="1" dirty="0"/>
              <a:t> filtering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Get </a:t>
            </a:r>
            <a:r>
              <a:rPr lang="en-GB" dirty="0" err="1"/>
              <a:t>color</a:t>
            </a:r>
            <a:r>
              <a:rPr lang="en-GB" dirty="0"/>
              <a:t> values in a rectangle around the focus point of found objects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Compare to extended specified </a:t>
            </a:r>
            <a:r>
              <a:rPr lang="en-GB" dirty="0" err="1"/>
              <a:t>color</a:t>
            </a:r>
            <a:r>
              <a:rPr lang="en-GB" dirty="0"/>
              <a:t> thresholds, no more filtering by size, filling factor,…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69AE9BC8-7280-1265-3D14-9DCB457BFAF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69537"/>
          <a:stretch/>
        </p:blipFill>
        <p:spPr>
          <a:xfrm>
            <a:off x="6711734" y="4001254"/>
            <a:ext cx="2325997" cy="2280324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390421D3-832C-E10D-C37D-422BAE9E7AC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9537"/>
          <a:stretch/>
        </p:blipFill>
        <p:spPr>
          <a:xfrm>
            <a:off x="1320801" y="4001254"/>
            <a:ext cx="2350448" cy="2304295"/>
          </a:xfrm>
          <a:prstGeom prst="rect">
            <a:avLst/>
          </a:prstGeom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DE023EDB-28F5-127B-4DB8-7879F3E1E91F}"/>
              </a:ext>
            </a:extLst>
          </p:cNvPr>
          <p:cNvSpPr txBox="1"/>
          <p:nvPr/>
        </p:nvSpPr>
        <p:spPr>
          <a:xfrm>
            <a:off x="3847231" y="5382220"/>
            <a:ext cx="241542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Mask</a:t>
            </a:r>
            <a:r>
              <a:rPr lang="de-DE" dirty="0"/>
              <a:t> after </a:t>
            </a:r>
            <a:r>
              <a:rPr lang="de-DE" dirty="0" err="1"/>
              <a:t>color</a:t>
            </a:r>
            <a:r>
              <a:rPr lang="de-DE" dirty="0"/>
              <a:t> </a:t>
            </a:r>
            <a:r>
              <a:rPr lang="de-DE" dirty="0" err="1"/>
              <a:t>filtering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missing</a:t>
            </a:r>
            <a:r>
              <a:rPr lang="de-DE" dirty="0"/>
              <a:t> </a:t>
            </a:r>
            <a:r>
              <a:rPr lang="de-DE" dirty="0" err="1"/>
              <a:t>objects</a:t>
            </a:r>
            <a:endParaRPr lang="de-DE" dirty="0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7A7BEFE7-44E7-D8A5-AF83-80C3D15F30AA}"/>
              </a:ext>
            </a:extLst>
          </p:cNvPr>
          <p:cNvSpPr txBox="1"/>
          <p:nvPr/>
        </p:nvSpPr>
        <p:spPr>
          <a:xfrm>
            <a:off x="9148612" y="5382220"/>
            <a:ext cx="241542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Small ROIs in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middle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tiles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detect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color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030098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F59E16-7FAA-B59B-2A3F-B1BB1F9CC4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E0A440EB-F1B4-FDDC-7C95-435524D29C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BA726FFF-A9A6-3840-1649-2B37D6C3C7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2246271-CDF4-F728-E248-491FD899E7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 smtClean="0"/>
              <a:t>16</a:t>
            </a:fld>
            <a:endParaRPr lang="de-DE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32CA2323-D199-DF10-3E49-87252A94DA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Process Description – Result / Output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11DD37E-1EA0-1FC5-F416-58834EEADA00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GB" b="1" dirty="0"/>
              <a:t>Output: Merged dictionary with nine </a:t>
            </a:r>
            <a:r>
              <a:rPr lang="en-GB" b="1" dirty="0" err="1"/>
              <a:t>entrys</a:t>
            </a:r>
            <a:r>
              <a:rPr lang="en-GB" b="1" dirty="0"/>
              <a:t> with six keys each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Bounding Box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Focus point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/>
              <a:t>Color</a:t>
            </a: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Grid position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Average hue value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Detected way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dirty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00B404BB-70E4-8FAC-2DC5-36A1A9707C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9851" y="2750762"/>
            <a:ext cx="8150380" cy="3583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25317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89E13122-77CE-23A0-04BD-5B657387D8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EAC457BB-D15C-68C2-FEBC-3B49C221E2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DBBA342-FD4D-0504-D1F3-96674E3D21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 smtClean="0"/>
              <a:t>17</a:t>
            </a:fld>
            <a:endParaRPr lang="de-DE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01412B19-1D64-3A22-00E2-653B42E2CF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Limits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system</a:t>
            </a:r>
            <a:endParaRPr lang="de-DE" dirty="0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D239FA65-A9C1-66FD-ADE4-EBCD885E7B3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Does not work when the cube is rotated in the image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Orange and red color areas are very close to each other, risk of confusion in the border area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Color correction reaches its limits with excessive color deviations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Detection of the grey frame not always exactly at its edge (shadows, angle to the camera)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 inaccurate color correction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9857208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46C1B6-43EE-7414-4818-FF38B9A23C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9A9858AB-21C2-8C87-9622-13F243E1BB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D53EEB40-DFD3-05CB-3EE5-FF9FA1C3F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6D95432-D870-89FC-8F98-B64BCBA5FA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 smtClean="0"/>
              <a:t>18</a:t>
            </a:fld>
            <a:endParaRPr lang="de-DE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F9CAC66E-6C86-3BAB-E9EE-A599162E1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Demo via recorded Pictures</a:t>
            </a:r>
          </a:p>
        </p:txBody>
      </p:sp>
      <p:pic>
        <p:nvPicPr>
          <p:cNvPr id="8" name="Inhaltsplatzhalter 7">
            <a:extLst>
              <a:ext uri="{FF2B5EF4-FFF2-40B4-BE49-F238E27FC236}">
                <a16:creationId xmlns:a16="http://schemas.microsoft.com/office/drawing/2014/main" id="{F9087510-A61E-12AA-F455-3F4936916F33}"/>
              </a:ext>
            </a:extLst>
          </p:cNvPr>
          <p:cNvPicPr>
            <a:picLocks noGrp="1" noChangeAspect="1"/>
          </p:cNvPicPr>
          <p:nvPr>
            <p:ph idx="13"/>
          </p:nvPr>
        </p:nvPicPr>
        <p:blipFill>
          <a:blip r:embed="rId2"/>
          <a:stretch>
            <a:fillRect/>
          </a:stretch>
        </p:blipFill>
        <p:spPr>
          <a:xfrm>
            <a:off x="2675068" y="2033588"/>
            <a:ext cx="6840276" cy="4210050"/>
          </a:xfrm>
        </p:spPr>
      </p:pic>
    </p:spTree>
    <p:extLst>
      <p:ext uri="{BB962C8B-B14F-4D97-AF65-F5344CB8AC3E}">
        <p14:creationId xmlns:p14="http://schemas.microsoft.com/office/powerpoint/2010/main" val="25371981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5914AD-E614-F69D-28E2-776844CA9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8519797D-7DCF-75BF-8E47-B9D9090D30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140FBC1E-0B9B-895D-39ED-30B02DAF6D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3592BFF-5251-CB4F-723C-0174586B2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 smtClean="0"/>
              <a:t>19</a:t>
            </a:fld>
            <a:endParaRPr lang="de-DE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379ABF41-BAE3-7DA9-5AEC-D583ECB57C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Demo via recorded Pictures</a:t>
            </a:r>
          </a:p>
        </p:txBody>
      </p:sp>
      <p:pic>
        <p:nvPicPr>
          <p:cNvPr id="8" name="Inhaltsplatzhalter 7">
            <a:extLst>
              <a:ext uri="{FF2B5EF4-FFF2-40B4-BE49-F238E27FC236}">
                <a16:creationId xmlns:a16="http://schemas.microsoft.com/office/drawing/2014/main" id="{27D25FA9-FC98-C2B8-43FA-D3ED3C6CAC19}"/>
              </a:ext>
            </a:extLst>
          </p:cNvPr>
          <p:cNvPicPr>
            <a:picLocks noGrp="1" noChangeAspect="1"/>
          </p:cNvPicPr>
          <p:nvPr>
            <p:ph idx="13"/>
          </p:nvPr>
        </p:nvPicPr>
        <p:blipFill>
          <a:blip r:embed="rId2"/>
          <a:srcRect/>
          <a:stretch/>
        </p:blipFill>
        <p:spPr>
          <a:xfrm>
            <a:off x="2675068" y="2033588"/>
            <a:ext cx="6840276" cy="4210050"/>
          </a:xfrm>
        </p:spPr>
      </p:pic>
    </p:spTree>
    <p:extLst>
      <p:ext uri="{BB962C8B-B14F-4D97-AF65-F5344CB8AC3E}">
        <p14:creationId xmlns:p14="http://schemas.microsoft.com/office/powerpoint/2010/main" val="6434846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29A57E-0B5D-BCB9-72EE-D92381726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4FEAEE75-CD59-0DDF-60EA-0CE75268ED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C54C51DA-C2CD-5A39-644B-3C53E85083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94FE030-7421-7D33-161A-0A5C8724B5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 smtClean="0"/>
              <a:t>20</a:t>
            </a:fld>
            <a:endParaRPr lang="de-DE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13165950-7406-E233-144F-89A7AF91BE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Demo via recorded Pictures</a:t>
            </a:r>
          </a:p>
        </p:txBody>
      </p:sp>
      <p:pic>
        <p:nvPicPr>
          <p:cNvPr id="8" name="Inhaltsplatzhalter 7">
            <a:extLst>
              <a:ext uri="{FF2B5EF4-FFF2-40B4-BE49-F238E27FC236}">
                <a16:creationId xmlns:a16="http://schemas.microsoft.com/office/drawing/2014/main" id="{7621B093-55CF-573C-04DA-0D7ACBF205D5}"/>
              </a:ext>
            </a:extLst>
          </p:cNvPr>
          <p:cNvPicPr>
            <a:picLocks noGrp="1" noChangeAspect="1"/>
          </p:cNvPicPr>
          <p:nvPr>
            <p:ph idx="13"/>
          </p:nvPr>
        </p:nvPicPr>
        <p:blipFill>
          <a:blip r:embed="rId2"/>
          <a:srcRect/>
          <a:stretch/>
        </p:blipFill>
        <p:spPr>
          <a:xfrm>
            <a:off x="2675068" y="2033588"/>
            <a:ext cx="6840276" cy="4210050"/>
          </a:xfrm>
        </p:spPr>
      </p:pic>
    </p:spTree>
    <p:extLst>
      <p:ext uri="{BB962C8B-B14F-4D97-AF65-F5344CB8AC3E}">
        <p14:creationId xmlns:p14="http://schemas.microsoft.com/office/powerpoint/2010/main" val="211549929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D80FD7-B490-96A6-2D53-0EBEF663F9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11125E10-A66B-ABA2-3CFD-CDE8E649FF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B70A2010-45DE-9E58-52D0-95911D0B65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359D1A3-5AE5-B785-489A-AFA1D1786C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 smtClean="0"/>
              <a:t>21</a:t>
            </a:fld>
            <a:endParaRPr lang="de-DE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99F8D848-46CA-3BE7-F576-16D0178633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Demo via recorded Pictures</a:t>
            </a:r>
          </a:p>
        </p:txBody>
      </p:sp>
      <p:pic>
        <p:nvPicPr>
          <p:cNvPr id="8" name="Inhaltsplatzhalter 7">
            <a:extLst>
              <a:ext uri="{FF2B5EF4-FFF2-40B4-BE49-F238E27FC236}">
                <a16:creationId xmlns:a16="http://schemas.microsoft.com/office/drawing/2014/main" id="{6AB9F3D1-6E09-B1E9-1833-A5D4BEF5CF72}"/>
              </a:ext>
            </a:extLst>
          </p:cNvPr>
          <p:cNvPicPr>
            <a:picLocks noGrp="1" noChangeAspect="1"/>
          </p:cNvPicPr>
          <p:nvPr>
            <p:ph idx="13"/>
          </p:nvPr>
        </p:nvPicPr>
        <p:blipFill>
          <a:blip r:embed="rId2"/>
          <a:srcRect/>
          <a:stretch/>
        </p:blipFill>
        <p:spPr>
          <a:xfrm>
            <a:off x="2675068" y="2033588"/>
            <a:ext cx="6840276" cy="4210050"/>
          </a:xfrm>
        </p:spPr>
      </p:pic>
    </p:spTree>
    <p:extLst>
      <p:ext uri="{BB962C8B-B14F-4D97-AF65-F5344CB8AC3E}">
        <p14:creationId xmlns:p14="http://schemas.microsoft.com/office/powerpoint/2010/main" val="11744121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5DE6F8A5-277B-47CF-F4ED-BBD90B19E7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Campus Sontheim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B785F728-4F93-60F6-DFF4-59788ACFEF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Computer and Robot Vision | Automotive Systems Engineering |  WS 24/25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E205409-F515-6631-8E23-8ECD54EC27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|  </a:t>
            </a:r>
            <a:fld id="{E6B5151A-17C4-4431-8407-112C0160A8B6}" type="slidenum">
              <a:rPr lang="de-DE" smtClean="0"/>
              <a:t>22</a:t>
            </a:fld>
            <a:endParaRPr lang="de-DE"/>
          </a:p>
        </p:txBody>
      </p:sp>
      <p:sp>
        <p:nvSpPr>
          <p:cNvPr id="5" name="Vertikaler Textplatzhalter 4">
            <a:extLst>
              <a:ext uri="{FF2B5EF4-FFF2-40B4-BE49-F238E27FC236}">
                <a16:creationId xmlns:a16="http://schemas.microsoft.com/office/drawing/2014/main" id="{A65D80D3-183A-C265-94AD-4DD98343CE0E}"/>
              </a:ext>
            </a:extLst>
          </p:cNvPr>
          <p:cNvSpPr>
            <a:spLocks noGrp="1"/>
          </p:cNvSpPr>
          <p:nvPr>
            <p:ph type="body" orient="vert" idx="13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Vertikaler Textplatzhalter 5">
            <a:extLst>
              <a:ext uri="{FF2B5EF4-FFF2-40B4-BE49-F238E27FC236}">
                <a16:creationId xmlns:a16="http://schemas.microsoft.com/office/drawing/2014/main" id="{58BBA42D-F569-2C1D-D35A-D0E95E471CA2}"/>
              </a:ext>
            </a:extLst>
          </p:cNvPr>
          <p:cNvSpPr>
            <a:spLocks noGrp="1"/>
          </p:cNvSpPr>
          <p:nvPr>
            <p:ph type="body" orient="vert" idx="14"/>
          </p:nvPr>
        </p:nvSpPr>
        <p:spPr/>
        <p:txBody>
          <a:bodyPr/>
          <a:lstStyle/>
          <a:p>
            <a:r>
              <a:rPr lang="en-GB" dirty="0"/>
              <a:t>Thanks for your Attention</a:t>
            </a:r>
          </a:p>
        </p:txBody>
      </p:sp>
      <p:sp>
        <p:nvSpPr>
          <p:cNvPr id="7" name="Bildplatzhalter 6">
            <a:extLst>
              <a:ext uri="{FF2B5EF4-FFF2-40B4-BE49-F238E27FC236}">
                <a16:creationId xmlns:a16="http://schemas.microsoft.com/office/drawing/2014/main" id="{ACF3449C-AC89-B61B-CD7C-CEB6A526F2EB}"/>
              </a:ext>
            </a:extLst>
          </p:cNvPr>
          <p:cNvSpPr>
            <a:spLocks noGrp="1"/>
          </p:cNvSpPr>
          <p:nvPr>
            <p:ph type="pic" idx="15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17727695"/>
      </p:ext>
    </p:extLst>
  </p:cSld>
  <p:clrMapOvr>
    <a:masterClrMapping/>
  </p:clrMapOvr>
</p:sld>
</file>

<file path=ppt/theme/theme1.xml><?xml version="1.0" encoding="utf-8"?>
<a:theme xmlns:a="http://schemas.openxmlformats.org/drawingml/2006/main" name="PPT_HHN_16x9_DE_02">
  <a:themeElements>
    <a:clrScheme name="Hochschule Heilbronn PPT">
      <a:dk1>
        <a:sysClr val="windowText" lastClr="000000"/>
      </a:dk1>
      <a:lt1>
        <a:sysClr val="window" lastClr="FFFFFF"/>
      </a:lt1>
      <a:dk2>
        <a:srgbClr val="BCBCBC"/>
      </a:dk2>
      <a:lt2>
        <a:srgbClr val="747474"/>
      </a:lt2>
      <a:accent1>
        <a:srgbClr val="002896"/>
      </a:accent1>
      <a:accent2>
        <a:srgbClr val="667EC0"/>
      </a:accent2>
      <a:accent3>
        <a:srgbClr val="99A8D6"/>
      </a:accent3>
      <a:accent4>
        <a:srgbClr val="00727F"/>
      </a:accent4>
      <a:accent5>
        <a:srgbClr val="009BA6"/>
      </a:accent5>
      <a:accent6>
        <a:srgbClr val="7FCBD3"/>
      </a:accent6>
      <a:hlink>
        <a:srgbClr val="000000"/>
      </a:hlink>
      <a:folHlink>
        <a:srgbClr val="000000"/>
      </a:folHlink>
    </a:clrScheme>
    <a:fontScheme name="Hochschule Heilbronn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Larissa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prstGeom prst="rect">
          <a:avLst/>
        </a:prstGeom>
        <a:solidFill>
          <a:schemeClr val="accent1"/>
        </a:solidFill>
        <a:ln>
          <a:noFill/>
        </a:ln>
      </a:spPr>
      <a:bodyPr/>
      <a:lstStyle/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auto">
        <a:prstGeom prst="rect">
          <a:avLst/>
        </a:prstGeom>
        <a:ln>
          <a:solidFill>
            <a:schemeClr val="tx1">
              <a:lumMod val="50000"/>
              <a:lumOff val="50000"/>
            </a:schemeClr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1045</Words>
  <Application>Microsoft Office PowerPoint</Application>
  <PresentationFormat>Breitbild</PresentationFormat>
  <Paragraphs>174</Paragraphs>
  <Slides>22</Slides>
  <Notes>2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22</vt:i4>
      </vt:variant>
    </vt:vector>
  </HeadingPairs>
  <TitlesOfParts>
    <vt:vector size="28" baseType="lpstr">
      <vt:lpstr>Arial</vt:lpstr>
      <vt:lpstr>Calibri</vt:lpstr>
      <vt:lpstr>Cambria Math</vt:lpstr>
      <vt:lpstr>Verdana</vt:lpstr>
      <vt:lpstr>Wingdings</vt:lpstr>
      <vt:lpstr>PPT_HHN_16x9_DE_02</vt:lpstr>
      <vt:lpstr>Computer and Robot vision</vt:lpstr>
      <vt:lpstr>Agenda</vt:lpstr>
      <vt:lpstr>Project description </vt:lpstr>
      <vt:lpstr>Challanges</vt:lpstr>
      <vt:lpstr>Process description - Flow Chart</vt:lpstr>
      <vt:lpstr>Process Description – grey frame detection</vt:lpstr>
      <vt:lpstr>Process Description – color Correction</vt:lpstr>
      <vt:lpstr>Process Description – color Correction</vt:lpstr>
      <vt:lpstr>Process Description – color filtering</vt:lpstr>
      <vt:lpstr>Process Description – color filtering</vt:lpstr>
      <vt:lpstr>Process Description – Edge Filtering</vt:lpstr>
      <vt:lpstr>Process Description – grid position</vt:lpstr>
      <vt:lpstr>Process Description – Merging of results</vt:lpstr>
      <vt:lpstr>Process Description – compensation</vt:lpstr>
      <vt:lpstr>Process Description – Backwards color det.</vt:lpstr>
      <vt:lpstr>Process Description – Result / Output</vt:lpstr>
      <vt:lpstr>Limits of the system</vt:lpstr>
      <vt:lpstr>Demo via recorded Pictures</vt:lpstr>
      <vt:lpstr>Demo via recorded Pictures</vt:lpstr>
      <vt:lpstr>Demo via recorded Pictures</vt:lpstr>
      <vt:lpstr>Demo via recorded Pictures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ProjektLabor Elektronische Systeme</dc:title>
  <dc:creator>Christian Schwaninger</dc:creator>
  <cp:lastModifiedBy>Soens, Tim</cp:lastModifiedBy>
  <cp:revision>37</cp:revision>
  <dcterms:modified xsi:type="dcterms:W3CDTF">2025-01-27T22:09:26Z</dcterms:modified>
</cp:coreProperties>
</file>