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12192000" cy="6858000"/>
  <p:defaultTextStyle>
    <a:defPPr lvl="0">
      <a:defRPr lang="de-DE"/>
    </a:defPPr>
    <a:lvl1pPr marL="0" lv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A4EB"/>
    <a:srgbClr val="1691DC"/>
    <a:srgbClr val="1B0EBE"/>
    <a:srgbClr val="007296"/>
    <a:srgbClr val="1B79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4" d="100"/>
          <a:sy n="94" d="100"/>
        </p:scale>
        <p:origin x="139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2392F0-C36D-4E24-B0D3-6CE759675F96}" type="datetimeFigureOut">
              <a:rPr lang="de-DE" smtClean="0"/>
              <a:t>09.01.2025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F8426-9F69-4D52-B249-5DB4AA5F9DD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7054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emf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/Untertitel mit Bil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Bildplatzhalter 2"/>
          <p:cNvSpPr>
            <a:spLocks noGrp="1"/>
          </p:cNvSpPr>
          <p:nvPr>
            <p:ph type="pic" idx="15" hasCustomPrompt="1"/>
          </p:nvPr>
        </p:nvSpPr>
        <p:spPr bwMode="auto">
          <a:xfrm>
            <a:off x="0" y="1247779"/>
            <a:ext cx="12192000" cy="5610225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2000"/>
            </a:lvl4pPr>
            <a:lvl5pPr marL="1828813" indent="0">
              <a:buNone/>
              <a:defRPr sz="2000"/>
            </a:lvl5pPr>
            <a:lvl6pPr marL="2286017" indent="0">
              <a:buNone/>
              <a:defRPr sz="2000"/>
            </a:lvl6pPr>
            <a:lvl7pPr marL="2743220" indent="0">
              <a:buNone/>
              <a:defRPr sz="2000"/>
            </a:lvl7pPr>
            <a:lvl8pPr marL="3200424" indent="0">
              <a:buNone/>
              <a:defRPr sz="2000"/>
            </a:lvl8pPr>
            <a:lvl9pPr marL="3657627" indent="0">
              <a:buNone/>
              <a:defRPr sz="2000"/>
            </a:lvl9pPr>
          </a:lstStyle>
          <a:p>
            <a:pPr>
              <a:defRPr/>
            </a:pPr>
            <a:br>
              <a:rPr lang="de-DE"/>
            </a:br>
            <a:br>
              <a:rPr lang="de-DE"/>
            </a:br>
            <a:br>
              <a:rPr lang="de-DE"/>
            </a:br>
            <a:br>
              <a:rPr lang="de-DE"/>
            </a:br>
            <a:r>
              <a:rPr lang="de-DE"/>
              <a:t>Bild einfügen</a:t>
            </a:r>
            <a:endParaRPr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176716"/>
            <a:ext cx="12192000" cy="2681286"/>
          </a:xfrm>
          <a:prstGeom prst="rect">
            <a:avLst/>
          </a:prstGeom>
          <a:blipFill>
            <a:blip r:embed="rId2"/>
            <a:stretch/>
          </a:blipFill>
        </p:spPr>
        <p:txBody>
          <a:bodyPr lIns="1386000" tIns="626400" rIns="612000" anchor="t" anchorCtr="0"/>
          <a:lstStyle>
            <a:lvl1pPr algn="l">
              <a:lnSpc>
                <a:spcPct val="82000"/>
              </a:lnSpc>
              <a:defRPr sz="3600" spc="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Titel der Präsentation</a:t>
            </a:r>
            <a:endParaRPr/>
          </a:p>
        </p:txBody>
      </p:sp>
      <p:grpSp>
        <p:nvGrpSpPr>
          <p:cNvPr id="27" name="Regieanweisungen"/>
          <p:cNvGrpSpPr/>
          <p:nvPr userDrawn="1"/>
        </p:nvGrpSpPr>
        <p:grpSpPr bwMode="auto">
          <a:xfrm>
            <a:off x="406400" y="-468000"/>
            <a:ext cx="14521600" cy="1980001"/>
            <a:chOff x="304800" y="-468001"/>
            <a:chExt cx="10891200" cy="1980001"/>
          </a:xfrm>
        </p:grpSpPr>
        <p:sp>
          <p:nvSpPr>
            <p:cNvPr id="28" name="Hilfslinien"/>
            <p:cNvSpPr txBox="1"/>
            <p:nvPr userDrawn="1"/>
          </p:nvSpPr>
          <p:spPr bwMode="auto">
            <a:xfrm rot="10800000" flipH="1" flipV="1">
              <a:off x="4571999" y="-468000"/>
              <a:ext cx="4265614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Hilfslinien anzeigen über Menu: </a:t>
              </a:r>
              <a:endParaRPr/>
            </a:p>
            <a:p>
              <a:pPr marL="0" marR="0" lvl="0" indent="0" algn="r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Ansicht &gt; Anzeigen &gt;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Haken</a:t>
              </a: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bei</a:t>
              </a: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 Führungslinien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setzen</a:t>
              </a:r>
              <a:endParaRPr/>
            </a:p>
          </p:txBody>
        </p:sp>
        <p:sp>
          <p:nvSpPr>
            <p:cNvPr id="29" name="Zurücksetzen"/>
            <p:cNvSpPr txBox="1"/>
            <p:nvPr userDrawn="1"/>
          </p:nvSpPr>
          <p:spPr bwMode="auto"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Folie in Ursprungsform 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bringen über Menu: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Folien &gt; Zurücksetzen</a:t>
              </a:r>
              <a:endParaRPr/>
            </a:p>
          </p:txBody>
        </p:sp>
        <p:sp>
          <p:nvSpPr>
            <p:cNvPr id="30" name="Layoutwechsel"/>
            <p:cNvSpPr txBox="1"/>
            <p:nvPr userDrawn="1"/>
          </p:nvSpPr>
          <p:spPr bwMode="auto"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Wechsel des Folienlayouts </a:t>
              </a:r>
              <a:br>
                <a:rPr lang="de-DE" sz="1000" b="0">
                  <a:solidFill>
                    <a:schemeClr val="tx1"/>
                  </a:solidFill>
                  <a:latin typeface="Arial"/>
                </a:rPr>
              </a:br>
              <a:r>
                <a:rPr lang="de-DE" sz="1000" b="0">
                  <a:solidFill>
                    <a:schemeClr val="tx1"/>
                  </a:solidFill>
                  <a:latin typeface="Arial"/>
                </a:rPr>
                <a:t>im Menü über:</a:t>
              </a:r>
              <a:endParaRPr/>
            </a:p>
            <a:p>
              <a:pPr marL="0" marR="0" lvl="0" indent="0" algn="l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Folien &gt; Layout</a:t>
              </a:r>
              <a:endParaRPr/>
            </a:p>
          </p:txBody>
        </p:sp>
        <p:sp>
          <p:nvSpPr>
            <p:cNvPr id="37" name="Kopfzeile"/>
            <p:cNvSpPr txBox="1"/>
            <p:nvPr userDrawn="1"/>
          </p:nvSpPr>
          <p:spPr bwMode="auto"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Kopfzeile anpassen: </a:t>
              </a:r>
              <a:r>
                <a:rPr lang="de-DE" sz="1000" b="1">
                  <a:solidFill>
                    <a:schemeClr val="tx1"/>
                  </a:solidFill>
                  <a:latin typeface="Arial"/>
                </a:rPr>
                <a:t>Einfügen &gt; Text &gt; Kopf- und Fußzeile</a:t>
              </a:r>
              <a:endParaRPr/>
            </a:p>
          </p:txBody>
        </p:sp>
      </p:grpSp>
      <p:sp>
        <p:nvSpPr>
          <p:cNvPr id="10" name="Fußzeilenplatzhalter 9"/>
          <p:cNvSpPr>
            <a:spLocks noGrp="1"/>
          </p:cNvSpPr>
          <p:nvPr>
            <p:ph type="ftr" sz="quarter" idx="17"/>
          </p:nvPr>
        </p:nvSpPr>
        <p:spPr bwMode="auto">
          <a:xfrm>
            <a:off x="406401" y="6984001"/>
            <a:ext cx="7375299" cy="216000"/>
          </a:xfrm>
        </p:spPr>
        <p:txBody>
          <a:bodyPr/>
          <a:lstStyle/>
          <a:p>
            <a:pPr>
              <a:defRPr/>
            </a:pPr>
            <a:r>
              <a:rPr lang="de-DE"/>
              <a:t>Labor Elektronische Systeme | Automotive Systems Engineering |  SS 2023</a:t>
            </a:r>
            <a:endParaRPr/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8"/>
          </p:nvPr>
        </p:nvSpPr>
        <p:spPr bwMode="auto">
          <a:xfrm>
            <a:off x="9883778" y="6984001"/>
            <a:ext cx="1899711" cy="216000"/>
          </a:xfrm>
        </p:spPr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/>
              <a:t>‹Nr.›</a:t>
            </a:fld>
            <a:endParaRPr lang="de-DE"/>
          </a:p>
        </p:txBody>
      </p:sp>
      <p:sp>
        <p:nvSpPr>
          <p:cNvPr id="21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406401" y="260078"/>
            <a:ext cx="7375299" cy="252000"/>
          </a:xfrm>
        </p:spPr>
        <p:txBody>
          <a:bodyPr/>
          <a:lstStyle>
            <a:lvl1pPr>
              <a:defRPr sz="1400" spc="6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Campus Sontheim</a:t>
            </a:r>
            <a:endParaRPr/>
          </a:p>
        </p:txBody>
      </p:sp>
      <p:sp>
        <p:nvSpPr>
          <p:cNvPr id="22" name="Vertikaler Textplatzhalter 2"/>
          <p:cNvSpPr>
            <a:spLocks noGrp="1"/>
          </p:cNvSpPr>
          <p:nvPr>
            <p:ph type="body" orient="vert" idx="19" hasCustomPrompt="1"/>
          </p:nvPr>
        </p:nvSpPr>
        <p:spPr bwMode="auto">
          <a:xfrm>
            <a:off x="1386000" y="5311011"/>
            <a:ext cx="10397484" cy="792000"/>
          </a:xfrm>
        </p:spPr>
        <p:txBody>
          <a:bodyPr vert="horz"/>
          <a:lstStyle>
            <a:lvl1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lang="de-DE" sz="2400" b="1" i="0" u="none" strike="noStrike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2400" b="1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Thema des Referats Thema des Referats Thema des Referats Thema des Referats </a:t>
            </a:r>
            <a:endParaRPr/>
          </a:p>
        </p:txBody>
      </p:sp>
      <p:sp>
        <p:nvSpPr>
          <p:cNvPr id="23" name="Vertikaler Textplatzhalter 2"/>
          <p:cNvSpPr>
            <a:spLocks noGrp="1"/>
          </p:cNvSpPr>
          <p:nvPr>
            <p:ph type="body" orient="vert" idx="20" hasCustomPrompt="1"/>
          </p:nvPr>
        </p:nvSpPr>
        <p:spPr bwMode="auto">
          <a:xfrm>
            <a:off x="1386000" y="6372000"/>
            <a:ext cx="10397489" cy="252000"/>
          </a:xfrm>
        </p:spPr>
        <p:txBody>
          <a:bodyPr vert="horz"/>
          <a:lstStyle>
            <a:lvl1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300" b="1" spc="60">
                <a:solidFill>
                  <a:schemeClr val="bg1"/>
                </a:solidFill>
                <a:latin typeface="+mj-lt"/>
              </a:defRPr>
            </a:lvl9pPr>
          </a:lstStyle>
          <a:p>
            <a:pPr>
              <a:defRPr/>
            </a:pPr>
            <a:r>
              <a:rPr lang="de-DE" dirty="0"/>
              <a:t>Systems Engineering Management |   Automotive Systems Engineering HHN   |   WS23/24</a:t>
            </a:r>
          </a:p>
        </p:txBody>
      </p:sp>
      <p:pic>
        <p:nvPicPr>
          <p:cNvPr id="17" name="Logo HHN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9717084" y="305319"/>
            <a:ext cx="2066400" cy="697790"/>
          </a:xfrm>
          <a:prstGeom prst="rect">
            <a:avLst/>
          </a:prstGeom>
        </p:spPr>
      </p:pic>
      <p:sp>
        <p:nvSpPr>
          <p:cNvPr id="18" name="Vertikaler Textplatzhalter 2"/>
          <p:cNvSpPr>
            <a:spLocks noGrp="1" noChangeAspect="1"/>
          </p:cNvSpPr>
          <p:nvPr>
            <p:ph type="body" orient="vert" idx="21" hasCustomPrompt="1"/>
          </p:nvPr>
        </p:nvSpPr>
        <p:spPr bwMode="auto">
          <a:xfrm>
            <a:off x="1152000" y="4904882"/>
            <a:ext cx="128025" cy="204840"/>
          </a:xfrm>
          <a:prstGeom prst="rect">
            <a:avLst/>
          </a:prstGeom>
          <a:blipFill>
            <a:blip r:embed="rId4"/>
            <a:stretch/>
          </a:blipFill>
        </p:spPr>
        <p:txBody>
          <a:bodyPr vert="horz" wrap="none" tIns="7200" rIns="257400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Bitte nicht</a:t>
            </a:r>
            <a:br>
              <a:rPr lang="de-DE"/>
            </a:br>
            <a:r>
              <a:rPr lang="de-DE"/>
              <a:t>verschieben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 mit Bil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Bildplatzhalter 2"/>
          <p:cNvSpPr>
            <a:spLocks noGrp="1"/>
          </p:cNvSpPr>
          <p:nvPr>
            <p:ph type="pic" idx="15" hasCustomPrompt="1"/>
          </p:nvPr>
        </p:nvSpPr>
        <p:spPr bwMode="auto">
          <a:xfrm>
            <a:off x="0" y="1247779"/>
            <a:ext cx="12192000" cy="5610225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2000"/>
            </a:lvl4pPr>
            <a:lvl5pPr marL="1828813" indent="0">
              <a:buNone/>
              <a:defRPr sz="2000"/>
            </a:lvl5pPr>
            <a:lvl6pPr marL="2286017" indent="0">
              <a:buNone/>
              <a:defRPr sz="2000"/>
            </a:lvl6pPr>
            <a:lvl7pPr marL="2743220" indent="0">
              <a:buNone/>
              <a:defRPr sz="2000"/>
            </a:lvl7pPr>
            <a:lvl8pPr marL="3200424" indent="0">
              <a:buNone/>
              <a:defRPr sz="2000"/>
            </a:lvl8pPr>
            <a:lvl9pPr marL="3657627" indent="0">
              <a:buNone/>
              <a:defRPr sz="2000"/>
            </a:lvl9pPr>
          </a:lstStyle>
          <a:p>
            <a:pPr>
              <a:defRPr/>
            </a:pPr>
            <a:br>
              <a:rPr lang="de-DE"/>
            </a:br>
            <a:br>
              <a:rPr lang="de-DE"/>
            </a:br>
            <a:br>
              <a:rPr lang="de-DE"/>
            </a:br>
            <a:br>
              <a:rPr lang="de-DE"/>
            </a:br>
            <a:r>
              <a:rPr lang="de-DE"/>
              <a:t>Bild einfügen</a:t>
            </a:r>
            <a:endParaRPr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176716"/>
            <a:ext cx="12192000" cy="2681286"/>
          </a:xfrm>
          <a:prstGeom prst="rect">
            <a:avLst/>
          </a:prstGeom>
          <a:blipFill>
            <a:blip r:embed="rId2"/>
            <a:stretch/>
          </a:blipFill>
        </p:spPr>
        <p:txBody>
          <a:bodyPr lIns="1386000" tIns="626400" rIns="612000" anchor="t" anchorCtr="0"/>
          <a:lstStyle>
            <a:lvl1pPr algn="l">
              <a:lnSpc>
                <a:spcPct val="82000"/>
              </a:lnSpc>
              <a:defRPr sz="5050" spc="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Titel der Präsentation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406401" y="260078"/>
            <a:ext cx="7375299" cy="252000"/>
          </a:xfrm>
        </p:spPr>
        <p:txBody>
          <a:bodyPr/>
          <a:lstStyle>
            <a:lvl1pPr>
              <a:defRPr sz="1400" spc="6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Campus Sontheim</a:t>
            </a:r>
            <a:endParaRPr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>
          <a:xfrm>
            <a:off x="1386000" y="6372000"/>
            <a:ext cx="10398013" cy="252000"/>
          </a:xfrm>
        </p:spPr>
        <p:txBody>
          <a:bodyPr/>
          <a:lstStyle>
            <a:lvl1pPr>
              <a:defRPr sz="1300" b="1" spc="6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 dirty="0"/>
              <a:t>Systems Engineering Management |   Automotive Systems Engineering HHN   |   WS23/24</a:t>
            </a:r>
          </a:p>
        </p:txBody>
      </p:sp>
      <p:grpSp>
        <p:nvGrpSpPr>
          <p:cNvPr id="27" name="Regieanweisungen"/>
          <p:cNvGrpSpPr/>
          <p:nvPr userDrawn="1"/>
        </p:nvGrpSpPr>
        <p:grpSpPr bwMode="auto">
          <a:xfrm>
            <a:off x="406400" y="-468000"/>
            <a:ext cx="14521600" cy="7668001"/>
            <a:chOff x="304800" y="-468001"/>
            <a:chExt cx="10891200" cy="7668001"/>
          </a:xfrm>
        </p:grpSpPr>
        <p:sp>
          <p:nvSpPr>
            <p:cNvPr id="28" name="Hilfslinien"/>
            <p:cNvSpPr txBox="1"/>
            <p:nvPr userDrawn="1"/>
          </p:nvSpPr>
          <p:spPr bwMode="auto">
            <a:xfrm rot="10800000" flipH="1" flipV="1">
              <a:off x="4571999" y="-468000"/>
              <a:ext cx="4265614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Hilfslinien anzeigen über Menu: </a:t>
              </a:r>
              <a:endParaRPr/>
            </a:p>
            <a:p>
              <a:pPr marL="0" marR="0" lvl="0" indent="0" algn="r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Ansicht &gt; Anzeigen &gt;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Haken</a:t>
              </a: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bei</a:t>
              </a: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 Führungslinien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setzen</a:t>
              </a:r>
              <a:endParaRPr/>
            </a:p>
          </p:txBody>
        </p:sp>
        <p:sp>
          <p:nvSpPr>
            <p:cNvPr id="29" name="Zurücksetzen"/>
            <p:cNvSpPr txBox="1"/>
            <p:nvPr userDrawn="1"/>
          </p:nvSpPr>
          <p:spPr bwMode="auto"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Folie in Ursprungsform 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bringen über Menu: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Folien &gt; Zurücksetzen</a:t>
              </a:r>
              <a:endParaRPr/>
            </a:p>
          </p:txBody>
        </p:sp>
        <p:sp>
          <p:nvSpPr>
            <p:cNvPr id="30" name="Layoutwechsel"/>
            <p:cNvSpPr txBox="1"/>
            <p:nvPr userDrawn="1"/>
          </p:nvSpPr>
          <p:spPr bwMode="auto"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Wechsel des Folienlayouts </a:t>
              </a:r>
              <a:br>
                <a:rPr lang="de-DE" sz="1000" b="0">
                  <a:solidFill>
                    <a:schemeClr val="tx1"/>
                  </a:solidFill>
                  <a:latin typeface="Arial"/>
                </a:rPr>
              </a:br>
              <a:r>
                <a:rPr lang="de-DE" sz="1000" b="0">
                  <a:solidFill>
                    <a:schemeClr val="tx1"/>
                  </a:solidFill>
                  <a:latin typeface="Arial"/>
                </a:rPr>
                <a:t>im Menü über:</a:t>
              </a:r>
              <a:endParaRPr/>
            </a:p>
            <a:p>
              <a:pPr marL="0" marR="0" lvl="0" indent="0" algn="l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Folien &gt; Layout</a:t>
              </a:r>
              <a:endParaRPr/>
            </a:p>
          </p:txBody>
        </p:sp>
        <p:sp>
          <p:nvSpPr>
            <p:cNvPr id="36" name="Fußzeile"/>
            <p:cNvSpPr txBox="1"/>
            <p:nvPr userDrawn="1"/>
          </p:nvSpPr>
          <p:spPr bwMode="auto">
            <a:xfrm rot="10800000" flipH="1" flipV="1">
              <a:off x="304801" y="6984000"/>
              <a:ext cx="5531474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Fußzeile anpassen: </a:t>
              </a:r>
              <a:r>
                <a:rPr lang="de-DE" sz="1000" b="1">
                  <a:solidFill>
                    <a:schemeClr val="tx1"/>
                  </a:solidFill>
                  <a:latin typeface="Arial"/>
                </a:rPr>
                <a:t>Einfügen &gt; Text &gt; Kopf- und Fußzeile</a:t>
              </a:r>
              <a:endParaRPr/>
            </a:p>
          </p:txBody>
        </p:sp>
        <p:sp>
          <p:nvSpPr>
            <p:cNvPr id="37" name="Kopfzeile"/>
            <p:cNvSpPr txBox="1"/>
            <p:nvPr userDrawn="1"/>
          </p:nvSpPr>
          <p:spPr bwMode="auto"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Kopfzeile anpassen: </a:t>
              </a:r>
              <a:r>
                <a:rPr lang="de-DE" sz="1000" b="1">
                  <a:solidFill>
                    <a:schemeClr val="tx1"/>
                  </a:solidFill>
                  <a:latin typeface="Arial"/>
                </a:rPr>
                <a:t>Einfügen &gt; Text &gt; Kopf- und Fußzeile</a:t>
              </a:r>
              <a:endParaRPr/>
            </a:p>
          </p:txBody>
        </p:sp>
      </p:grpSp>
      <p:pic>
        <p:nvPicPr>
          <p:cNvPr id="17" name="Logo HHN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9717084" y="305319"/>
            <a:ext cx="2066400" cy="697790"/>
          </a:xfrm>
          <a:prstGeom prst="rect">
            <a:avLst/>
          </a:prstGeom>
        </p:spPr>
      </p:pic>
      <p:sp>
        <p:nvSpPr>
          <p:cNvPr id="18" name="Vertikaler Textplatzhalter 2"/>
          <p:cNvSpPr>
            <a:spLocks noGrp="1" noChangeAspect="1"/>
          </p:cNvSpPr>
          <p:nvPr>
            <p:ph type="body" orient="vert" idx="13" hasCustomPrompt="1"/>
          </p:nvPr>
        </p:nvSpPr>
        <p:spPr bwMode="auto">
          <a:xfrm>
            <a:off x="1026073" y="4914407"/>
            <a:ext cx="180000" cy="288000"/>
          </a:xfrm>
          <a:prstGeom prst="rect">
            <a:avLst/>
          </a:prstGeom>
          <a:blipFill>
            <a:blip r:embed="rId4"/>
            <a:stretch/>
          </a:blipFill>
        </p:spPr>
        <p:txBody>
          <a:bodyPr vert="horz" wrap="none" rIns="237600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Bitte nicht</a:t>
            </a:r>
            <a:br>
              <a:rPr lang="de-DE"/>
            </a:br>
            <a:r>
              <a:rPr lang="de-DE"/>
              <a:t>verschieben</a:t>
            </a:r>
            <a:endParaRPr/>
          </a:p>
        </p:txBody>
      </p:sp>
      <p:sp>
        <p:nvSpPr>
          <p:cNvPr id="20" name="Foliennummernplatzhalter 10"/>
          <p:cNvSpPr>
            <a:spLocks noGrp="1"/>
          </p:cNvSpPr>
          <p:nvPr>
            <p:ph type="sldNum" sz="quarter" idx="12"/>
          </p:nvPr>
        </p:nvSpPr>
        <p:spPr bwMode="auto">
          <a:xfrm>
            <a:off x="9883778" y="6984000"/>
            <a:ext cx="1899711" cy="21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 mit Bild INSTITUTS-LOG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Bildplatzhalter 2"/>
          <p:cNvSpPr>
            <a:spLocks noGrp="1"/>
          </p:cNvSpPr>
          <p:nvPr>
            <p:ph type="pic" idx="15" hasCustomPrompt="1"/>
          </p:nvPr>
        </p:nvSpPr>
        <p:spPr bwMode="auto">
          <a:xfrm>
            <a:off x="0" y="1247779"/>
            <a:ext cx="12192000" cy="5610225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2000"/>
            </a:lvl4pPr>
            <a:lvl5pPr marL="1828813" indent="0">
              <a:buNone/>
              <a:defRPr sz="2000"/>
            </a:lvl5pPr>
            <a:lvl6pPr marL="2286017" indent="0">
              <a:buNone/>
              <a:defRPr sz="2000"/>
            </a:lvl6pPr>
            <a:lvl7pPr marL="2743220" indent="0">
              <a:buNone/>
              <a:defRPr sz="2000"/>
            </a:lvl7pPr>
            <a:lvl8pPr marL="3200424" indent="0">
              <a:buNone/>
              <a:defRPr sz="2000"/>
            </a:lvl8pPr>
            <a:lvl9pPr marL="3657627" indent="0">
              <a:buNone/>
              <a:defRPr sz="2000"/>
            </a:lvl9pPr>
          </a:lstStyle>
          <a:p>
            <a:pPr>
              <a:defRPr/>
            </a:pP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Bild einfügen</a:t>
            </a:r>
            <a:endParaRPr dirty="0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176716"/>
            <a:ext cx="12192000" cy="2681286"/>
          </a:xfrm>
          <a:prstGeom prst="rect">
            <a:avLst/>
          </a:prstGeom>
          <a:blipFill>
            <a:blip r:embed="rId2"/>
            <a:stretch/>
          </a:blipFill>
        </p:spPr>
        <p:txBody>
          <a:bodyPr lIns="1386000" tIns="626400" rIns="612000" anchor="t" anchorCtr="0"/>
          <a:lstStyle>
            <a:lvl1pPr algn="l">
              <a:lnSpc>
                <a:spcPct val="82000"/>
              </a:lnSpc>
              <a:defRPr sz="5050" spc="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Titel der Präsentation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406401" y="-359999"/>
            <a:ext cx="7375299" cy="252000"/>
          </a:xfrm>
        </p:spPr>
        <p:txBody>
          <a:bodyPr/>
          <a:lstStyle>
            <a:lvl1pPr>
              <a:defRPr sz="1400" spc="6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Campus Sontheim</a:t>
            </a:r>
            <a:endParaRPr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>
          <a:xfrm>
            <a:off x="1386000" y="6372000"/>
            <a:ext cx="10397484" cy="252000"/>
          </a:xfrm>
        </p:spPr>
        <p:txBody>
          <a:bodyPr/>
          <a:lstStyle>
            <a:lvl1pPr>
              <a:defRPr sz="1300" b="1" spc="6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 dirty="0"/>
              <a:t>Systems Engineering Management |   Automotive Systems Engineering HHN   |   WS23/24</a:t>
            </a:r>
          </a:p>
        </p:txBody>
      </p:sp>
      <p:grpSp>
        <p:nvGrpSpPr>
          <p:cNvPr id="27" name="Regieanweisungen"/>
          <p:cNvGrpSpPr/>
          <p:nvPr userDrawn="1"/>
        </p:nvGrpSpPr>
        <p:grpSpPr bwMode="auto">
          <a:xfrm>
            <a:off x="406400" y="-468000"/>
            <a:ext cx="14521600" cy="7668001"/>
            <a:chOff x="304800" y="-468000"/>
            <a:chExt cx="10891200" cy="7668000"/>
          </a:xfrm>
        </p:grpSpPr>
        <p:sp>
          <p:nvSpPr>
            <p:cNvPr id="28" name="Hilfslinien"/>
            <p:cNvSpPr txBox="1"/>
            <p:nvPr userDrawn="1"/>
          </p:nvSpPr>
          <p:spPr bwMode="auto">
            <a:xfrm rot="10800000" flipH="1" flipV="1">
              <a:off x="4571999" y="-468000"/>
              <a:ext cx="4265614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Hilfslinien anzeigen über Menu: </a:t>
              </a:r>
              <a:endParaRPr/>
            </a:p>
            <a:p>
              <a:pPr marL="0" marR="0" lvl="0" indent="0" algn="r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Ansicht &gt; Anzeigen &gt;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Haken</a:t>
              </a: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bei</a:t>
              </a: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 Führungslinien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setzen</a:t>
              </a:r>
              <a:endParaRPr/>
            </a:p>
          </p:txBody>
        </p:sp>
        <p:sp>
          <p:nvSpPr>
            <p:cNvPr id="29" name="Zurücksetzen"/>
            <p:cNvSpPr txBox="1"/>
            <p:nvPr userDrawn="1"/>
          </p:nvSpPr>
          <p:spPr bwMode="auto"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Folie in Ursprungsform 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bringen über Menu: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Folien &gt; Zurücksetzen</a:t>
              </a:r>
              <a:endParaRPr/>
            </a:p>
          </p:txBody>
        </p:sp>
        <p:sp>
          <p:nvSpPr>
            <p:cNvPr id="30" name="Layoutwechsel"/>
            <p:cNvSpPr txBox="1"/>
            <p:nvPr userDrawn="1"/>
          </p:nvSpPr>
          <p:spPr bwMode="auto"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Wechsel des Folienlayouts </a:t>
              </a:r>
              <a:br>
                <a:rPr lang="de-DE" sz="1000" b="0">
                  <a:solidFill>
                    <a:schemeClr val="tx1"/>
                  </a:solidFill>
                  <a:latin typeface="Arial"/>
                </a:rPr>
              </a:br>
              <a:r>
                <a:rPr lang="de-DE" sz="1000" b="0">
                  <a:solidFill>
                    <a:schemeClr val="tx1"/>
                  </a:solidFill>
                  <a:latin typeface="Arial"/>
                </a:rPr>
                <a:t>im Menü über:</a:t>
              </a:r>
              <a:endParaRPr/>
            </a:p>
            <a:p>
              <a:pPr marL="0" marR="0" lvl="0" indent="0" algn="l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Folien &gt; Layout</a:t>
              </a:r>
              <a:endParaRPr/>
            </a:p>
          </p:txBody>
        </p:sp>
        <p:sp>
          <p:nvSpPr>
            <p:cNvPr id="36" name="Fußzeile"/>
            <p:cNvSpPr txBox="1"/>
            <p:nvPr userDrawn="1"/>
          </p:nvSpPr>
          <p:spPr bwMode="auto">
            <a:xfrm rot="10800000" flipH="1" flipV="1">
              <a:off x="304800" y="6984000"/>
              <a:ext cx="5531475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Fußzeile anpassen: </a:t>
              </a:r>
              <a:r>
                <a:rPr lang="de-DE" sz="1000" b="1">
                  <a:solidFill>
                    <a:schemeClr val="tx1"/>
                  </a:solidFill>
                  <a:latin typeface="Arial"/>
                </a:rPr>
                <a:t>Einfügen &gt; Text &gt; Kopf- und Fußzeile</a:t>
              </a:r>
              <a:endParaRPr/>
            </a:p>
          </p:txBody>
        </p:sp>
      </p:grpSp>
      <p:pic>
        <p:nvPicPr>
          <p:cNvPr id="21" name="Logo HHN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9717084" y="305319"/>
            <a:ext cx="2066400" cy="697790"/>
          </a:xfrm>
          <a:prstGeom prst="rect">
            <a:avLst/>
          </a:prstGeom>
        </p:spPr>
      </p:pic>
      <p:sp>
        <p:nvSpPr>
          <p:cNvPr id="24" name="Vertikaler Textplatzhalter 2"/>
          <p:cNvSpPr>
            <a:spLocks noGrp="1" noChangeAspect="1"/>
          </p:cNvSpPr>
          <p:nvPr>
            <p:ph type="body" orient="vert" idx="20" hasCustomPrompt="1"/>
          </p:nvPr>
        </p:nvSpPr>
        <p:spPr bwMode="auto">
          <a:xfrm>
            <a:off x="1026000" y="4914405"/>
            <a:ext cx="180000" cy="288000"/>
          </a:xfrm>
          <a:prstGeom prst="rect">
            <a:avLst/>
          </a:prstGeom>
          <a:blipFill>
            <a:blip r:embed="rId4"/>
            <a:stretch/>
          </a:blipFill>
        </p:spPr>
        <p:txBody>
          <a:bodyPr vert="horz" wrap="none" rIns="2376000"/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1" cap="all">
                <a:solidFill>
                  <a:schemeClr val="tx1"/>
                </a:solidFill>
                <a:latin typeface="+mj-l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000" b="1" cap="all">
                <a:solidFill>
                  <a:schemeClr val="tx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Bitte nicht</a:t>
            </a:r>
            <a:br>
              <a:rPr lang="de-DE"/>
            </a:br>
            <a:r>
              <a:rPr lang="de-DE"/>
              <a:t>verschieben</a:t>
            </a:r>
            <a:endParaRPr/>
          </a:p>
        </p:txBody>
      </p:sp>
      <p:sp>
        <p:nvSpPr>
          <p:cNvPr id="17" name="Inhaltsplatzhalter 2"/>
          <p:cNvSpPr>
            <a:spLocks noGrp="1"/>
          </p:cNvSpPr>
          <p:nvPr>
            <p:ph idx="16" hasCustomPrompt="1"/>
          </p:nvPr>
        </p:nvSpPr>
        <p:spPr bwMode="auto">
          <a:xfrm>
            <a:off x="407200" y="305319"/>
            <a:ext cx="2088000" cy="6984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defRPr/>
            </a:pPr>
            <a:r>
              <a:rPr lang="de-DE"/>
              <a:t>PLATZHALTER INSTITUTS-LOGO über den Button Bild einfügen Logo laden </a:t>
            </a:r>
            <a:endParaRPr/>
          </a:p>
        </p:txBody>
      </p:sp>
      <p:sp>
        <p:nvSpPr>
          <p:cNvPr id="18" name="Inhaltsplatzhalter 2"/>
          <p:cNvSpPr>
            <a:spLocks noGrp="1"/>
          </p:cNvSpPr>
          <p:nvPr>
            <p:ph idx="17" hasCustomPrompt="1"/>
          </p:nvPr>
        </p:nvSpPr>
        <p:spPr bwMode="auto">
          <a:xfrm>
            <a:off x="2622400" y="304709"/>
            <a:ext cx="2088000" cy="6984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000" b="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defRPr/>
            </a:pPr>
            <a:r>
              <a:rPr lang="de-DE"/>
              <a:t>PLATZHALTER INSTITUTS-LOGO über den Button Bild einfügen Logo laden </a:t>
            </a:r>
            <a:endParaRPr/>
          </a:p>
        </p:txBody>
      </p:sp>
      <p:sp>
        <p:nvSpPr>
          <p:cNvPr id="22" name="Foliennummernplatzhalter 10"/>
          <p:cNvSpPr>
            <a:spLocks noGrp="1"/>
          </p:cNvSpPr>
          <p:nvPr>
            <p:ph type="sldNum" sz="quarter" idx="12"/>
          </p:nvPr>
        </p:nvSpPr>
        <p:spPr bwMode="auto">
          <a:xfrm>
            <a:off x="9883778" y="6984000"/>
            <a:ext cx="1899711" cy="21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Hintergrun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727085" y="3768205"/>
            <a:ext cx="11056403" cy="1531425"/>
          </a:xfrm>
        </p:spPr>
        <p:txBody>
          <a:bodyPr anchor="t" anchorCtr="0"/>
          <a:lstStyle>
            <a:lvl1pPr algn="l">
              <a:lnSpc>
                <a:spcPct val="91000"/>
              </a:lnSpc>
              <a:defRPr sz="5200" spc="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Titel der Präsentation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>
          <a:xfrm>
            <a:off x="406401" y="260078"/>
            <a:ext cx="7375299" cy="252000"/>
          </a:xfrm>
        </p:spPr>
        <p:txBody>
          <a:bodyPr/>
          <a:lstStyle>
            <a:lvl1pPr>
              <a:defRPr sz="1400" spc="6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Campus Sontheim</a:t>
            </a:r>
            <a:endParaRPr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>
          <a:xfrm>
            <a:off x="727081" y="5399999"/>
            <a:ext cx="11056403" cy="288000"/>
          </a:xfrm>
        </p:spPr>
        <p:txBody>
          <a:bodyPr/>
          <a:lstStyle>
            <a:lvl1pPr>
              <a:defRPr sz="1500" b="1" spc="8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 dirty="0"/>
              <a:t>Systems Engineering Management |   Automotive Systems Engineering HHN   |   WS23/24</a:t>
            </a:r>
          </a:p>
        </p:txBody>
      </p:sp>
      <p:grpSp>
        <p:nvGrpSpPr>
          <p:cNvPr id="13" name="Regieanweisungen"/>
          <p:cNvGrpSpPr/>
          <p:nvPr userDrawn="1"/>
        </p:nvGrpSpPr>
        <p:grpSpPr bwMode="auto">
          <a:xfrm>
            <a:off x="406400" y="-468000"/>
            <a:ext cx="14521600" cy="7668001"/>
            <a:chOff x="304800" y="-468001"/>
            <a:chExt cx="10891200" cy="7668001"/>
          </a:xfrm>
        </p:grpSpPr>
        <p:sp>
          <p:nvSpPr>
            <p:cNvPr id="14" name="Hilfslinien"/>
            <p:cNvSpPr txBox="1"/>
            <p:nvPr userDrawn="1"/>
          </p:nvSpPr>
          <p:spPr bwMode="auto">
            <a:xfrm rot="10800000" flipH="1" flipV="1">
              <a:off x="4571999" y="-468000"/>
              <a:ext cx="4265614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Hilfslinien anzeigen über Menu: </a:t>
              </a:r>
              <a:endParaRPr/>
            </a:p>
            <a:p>
              <a:pPr marL="0" marR="0" lvl="0" indent="0" algn="r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Ansicht &gt; Anzeigen &gt;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Haken</a:t>
              </a: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bei</a:t>
              </a: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 Führungslinien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setzen</a:t>
              </a:r>
              <a:endParaRPr/>
            </a:p>
          </p:txBody>
        </p:sp>
        <p:sp>
          <p:nvSpPr>
            <p:cNvPr id="15" name="Zurücksetzen"/>
            <p:cNvSpPr txBox="1"/>
            <p:nvPr userDrawn="1"/>
          </p:nvSpPr>
          <p:spPr bwMode="auto"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Folie in Ursprungsform 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bringen über Menu: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Folien &gt; Zurücksetzen</a:t>
              </a:r>
              <a:endParaRPr/>
            </a:p>
          </p:txBody>
        </p:sp>
        <p:sp>
          <p:nvSpPr>
            <p:cNvPr id="16" name="Layoutwechsel"/>
            <p:cNvSpPr txBox="1"/>
            <p:nvPr userDrawn="1"/>
          </p:nvSpPr>
          <p:spPr bwMode="auto"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Wechsel des Folienlayouts </a:t>
              </a:r>
              <a:br>
                <a:rPr lang="de-DE" sz="1000" b="0">
                  <a:solidFill>
                    <a:schemeClr val="tx1"/>
                  </a:solidFill>
                  <a:latin typeface="Arial"/>
                </a:rPr>
              </a:br>
              <a:r>
                <a:rPr lang="de-DE" sz="1000" b="0">
                  <a:solidFill>
                    <a:schemeClr val="tx1"/>
                  </a:solidFill>
                  <a:latin typeface="Arial"/>
                </a:rPr>
                <a:t>im Menü über:</a:t>
              </a:r>
              <a:endParaRPr/>
            </a:p>
            <a:p>
              <a:pPr marL="0" marR="0" lvl="0" indent="0" algn="l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Folien &gt; Layout</a:t>
              </a:r>
              <a:endParaRPr/>
            </a:p>
          </p:txBody>
        </p:sp>
        <p:sp>
          <p:nvSpPr>
            <p:cNvPr id="17" name="Fußzeile"/>
            <p:cNvSpPr txBox="1"/>
            <p:nvPr userDrawn="1"/>
          </p:nvSpPr>
          <p:spPr bwMode="auto">
            <a:xfrm rot="10800000" flipH="1" flipV="1">
              <a:off x="304801" y="6984000"/>
              <a:ext cx="5531474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Fußzeile anpassen: </a:t>
              </a:r>
              <a:r>
                <a:rPr lang="de-DE" sz="1000" b="1">
                  <a:solidFill>
                    <a:schemeClr val="tx1"/>
                  </a:solidFill>
                  <a:latin typeface="Arial"/>
                </a:rPr>
                <a:t>Einfügen &gt; Text &gt; Kopf- und Fußzeile</a:t>
              </a:r>
              <a:endParaRPr/>
            </a:p>
          </p:txBody>
        </p:sp>
        <p:sp>
          <p:nvSpPr>
            <p:cNvPr id="18" name="Kopfzeile"/>
            <p:cNvSpPr txBox="1"/>
            <p:nvPr userDrawn="1"/>
          </p:nvSpPr>
          <p:spPr bwMode="auto"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Kopfzeile anpassen: </a:t>
              </a:r>
              <a:r>
                <a:rPr lang="de-DE" sz="1000" b="1">
                  <a:solidFill>
                    <a:schemeClr val="tx1"/>
                  </a:solidFill>
                  <a:latin typeface="Arial"/>
                </a:rPr>
                <a:t>Einfügen &gt; Text &gt; Kopf- und Fußzeile</a:t>
              </a:r>
              <a:endParaRPr/>
            </a:p>
          </p:txBody>
        </p:sp>
      </p:grpSp>
      <p:pic>
        <p:nvPicPr>
          <p:cNvPr id="19" name="Logo HHN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9718874" y="305319"/>
            <a:ext cx="2064615" cy="697187"/>
          </a:xfrm>
          <a:prstGeom prst="rect">
            <a:avLst/>
          </a:prstGeom>
        </p:spPr>
      </p:pic>
      <p:pic>
        <p:nvPicPr>
          <p:cNvPr id="21" name="Pfeil"/>
          <p:cNvPicPr/>
          <p:nvPr userDrawn="1"/>
        </p:nvPicPr>
        <p:blipFill>
          <a:blip r:embed="rId4"/>
          <a:stretch/>
        </p:blipFill>
        <p:spPr bwMode="auto">
          <a:xfrm>
            <a:off x="406800" y="3943332"/>
            <a:ext cx="180000" cy="288000"/>
          </a:xfrm>
          <a:prstGeom prst="rect">
            <a:avLst/>
          </a:prstGeom>
        </p:spPr>
      </p:pic>
      <p:sp>
        <p:nvSpPr>
          <p:cNvPr id="23" name="Foliennummernplatzhalter 10"/>
          <p:cNvSpPr>
            <a:spLocks noGrp="1"/>
          </p:cNvSpPr>
          <p:nvPr>
            <p:ph type="sldNum" sz="quarter" idx="12"/>
          </p:nvPr>
        </p:nvSpPr>
        <p:spPr bwMode="auto">
          <a:xfrm>
            <a:off x="9883778" y="6984000"/>
            <a:ext cx="1899711" cy="21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Zwischen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Hintergrund"/>
          <p:cNvPicPr>
            <a:picLocks noChangeAspect="1"/>
          </p:cNvPicPr>
          <p:nvPr userDrawn="1"/>
        </p:nvPicPr>
        <p:blipFill>
          <a:blip r:embed="rId2"/>
          <a:srcRect t="14167"/>
          <a:stretch/>
        </p:blipFill>
        <p:spPr bwMode="auto">
          <a:xfrm>
            <a:off x="0" y="971552"/>
            <a:ext cx="12192000" cy="5886449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1530728" y="2160001"/>
            <a:ext cx="10252761" cy="1531425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4800" spc="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ZWISCHENTITEL TRENNERSEITE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Campus Sontheim</a:t>
            </a:r>
            <a:endParaRPr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 dirty="0"/>
              <a:t>Systems Engineering Management |   Automotive Systems Engineering HHN   |   WS23/24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/>
              <a:t>‹Nr.›</a:t>
            </a:fld>
            <a:endParaRPr lang="de-DE"/>
          </a:p>
        </p:txBody>
      </p:sp>
      <p:sp>
        <p:nvSpPr>
          <p:cNvPr id="13" name="Vertikaler Textplatzhalter 2"/>
          <p:cNvSpPr>
            <a:spLocks noGrp="1"/>
          </p:cNvSpPr>
          <p:nvPr>
            <p:ph type="body" orient="vert" idx="13" hasCustomPrompt="1"/>
          </p:nvPr>
        </p:nvSpPr>
        <p:spPr bwMode="auto">
          <a:xfrm>
            <a:off x="1530728" y="3905249"/>
            <a:ext cx="10252761" cy="2338391"/>
          </a:xfrm>
        </p:spPr>
        <p:txBody>
          <a:bodyPr vert="horz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1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Zusatz Info</a:t>
            </a:r>
            <a:endParaRPr/>
          </a:p>
        </p:txBody>
      </p:sp>
      <p:grpSp>
        <p:nvGrpSpPr>
          <p:cNvPr id="14" name="Regieanweisungen"/>
          <p:cNvGrpSpPr/>
          <p:nvPr userDrawn="1"/>
        </p:nvGrpSpPr>
        <p:grpSpPr bwMode="auto">
          <a:xfrm>
            <a:off x="406400" y="-468000"/>
            <a:ext cx="14521600" cy="7668001"/>
            <a:chOff x="304800" y="-468001"/>
            <a:chExt cx="10891200" cy="7668001"/>
          </a:xfrm>
        </p:grpSpPr>
        <p:sp>
          <p:nvSpPr>
            <p:cNvPr id="15" name="Hilfslinien"/>
            <p:cNvSpPr txBox="1"/>
            <p:nvPr userDrawn="1"/>
          </p:nvSpPr>
          <p:spPr bwMode="auto">
            <a:xfrm rot="10800000" flipH="1" flipV="1">
              <a:off x="4571999" y="-468000"/>
              <a:ext cx="4265614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Hilfslinien anzeigen über Menu: </a:t>
              </a:r>
              <a:endParaRPr/>
            </a:p>
            <a:p>
              <a:pPr marL="0" marR="0" lvl="0" indent="0" algn="r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Ansicht &gt; Anzeigen &gt;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Haken</a:t>
              </a: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bei</a:t>
              </a: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 Führungslinien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setzen</a:t>
              </a:r>
              <a:endParaRPr/>
            </a:p>
          </p:txBody>
        </p:sp>
        <p:sp>
          <p:nvSpPr>
            <p:cNvPr id="16" name="Zurücksetzen"/>
            <p:cNvSpPr txBox="1"/>
            <p:nvPr userDrawn="1"/>
          </p:nvSpPr>
          <p:spPr bwMode="auto"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Folie in Ursprungsform 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bringen über Menu: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Folien &gt; Zurücksetzen</a:t>
              </a:r>
              <a:endParaRPr/>
            </a:p>
          </p:txBody>
        </p:sp>
        <p:sp>
          <p:nvSpPr>
            <p:cNvPr id="17" name="Layoutwechsel"/>
            <p:cNvSpPr txBox="1"/>
            <p:nvPr userDrawn="1"/>
          </p:nvSpPr>
          <p:spPr bwMode="auto"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Wechsel des Folienlayouts </a:t>
              </a:r>
              <a:br>
                <a:rPr lang="de-DE" sz="1000" b="0">
                  <a:solidFill>
                    <a:schemeClr val="tx1"/>
                  </a:solidFill>
                  <a:latin typeface="Arial"/>
                </a:rPr>
              </a:br>
              <a:r>
                <a:rPr lang="de-DE" sz="1000" b="0">
                  <a:solidFill>
                    <a:schemeClr val="tx1"/>
                  </a:solidFill>
                  <a:latin typeface="Arial"/>
                </a:rPr>
                <a:t>im Menü über:</a:t>
              </a:r>
              <a:endParaRPr/>
            </a:p>
            <a:p>
              <a:pPr marL="0" marR="0" lvl="0" indent="0" algn="l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Folien &gt; Layout</a:t>
              </a:r>
              <a:endParaRPr/>
            </a:p>
          </p:txBody>
        </p:sp>
        <p:sp>
          <p:nvSpPr>
            <p:cNvPr id="18" name="Fußzeile"/>
            <p:cNvSpPr txBox="1"/>
            <p:nvPr userDrawn="1"/>
          </p:nvSpPr>
          <p:spPr bwMode="auto">
            <a:xfrm rot="10800000" flipH="1" flipV="1">
              <a:off x="304801" y="6984000"/>
              <a:ext cx="5531474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Fußzeile anpassen: </a:t>
              </a:r>
              <a:r>
                <a:rPr lang="de-DE" sz="1000" b="1">
                  <a:solidFill>
                    <a:schemeClr val="tx1"/>
                  </a:solidFill>
                  <a:latin typeface="Arial"/>
                </a:rPr>
                <a:t>Einfügen &gt; Text &gt; Kopf- und Fußzeile</a:t>
              </a:r>
              <a:endParaRPr/>
            </a:p>
          </p:txBody>
        </p:sp>
        <p:sp>
          <p:nvSpPr>
            <p:cNvPr id="19" name="Kopfzeile"/>
            <p:cNvSpPr txBox="1"/>
            <p:nvPr userDrawn="1"/>
          </p:nvSpPr>
          <p:spPr bwMode="auto"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Kopfzeile anpassen: </a:t>
              </a:r>
              <a:r>
                <a:rPr lang="de-DE" sz="1000" b="1">
                  <a:solidFill>
                    <a:schemeClr val="tx1"/>
                  </a:solidFill>
                  <a:latin typeface="Arial"/>
                </a:rPr>
                <a:t>Einfügen &gt; Text &gt; Kopf- und Fußzeile</a:t>
              </a:r>
              <a:endParaRPr/>
            </a:p>
          </p:txBody>
        </p:sp>
      </p:grpSp>
      <p:pic>
        <p:nvPicPr>
          <p:cNvPr id="21" name="Logo HHN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0359513" y="307131"/>
            <a:ext cx="1423970" cy="480852"/>
          </a:xfrm>
          <a:prstGeom prst="rect">
            <a:avLst/>
          </a:prstGeom>
        </p:spPr>
      </p:pic>
      <p:pic>
        <p:nvPicPr>
          <p:cNvPr id="23" name="Pfeil"/>
          <p:cNvPicPr/>
          <p:nvPr userDrawn="1"/>
        </p:nvPicPr>
        <p:blipFill>
          <a:blip r:embed="rId4"/>
          <a:stretch/>
        </p:blipFill>
        <p:spPr bwMode="auto">
          <a:xfrm>
            <a:off x="1206000" y="2376000"/>
            <a:ext cx="180000" cy="28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//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Campus Sontheim</a:t>
            </a:r>
            <a:endParaRPr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 dirty="0"/>
              <a:t>Systems Engineering Management |   Automotive Systems Engineering HHN   |   WS23/24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/>
              <a:t>‹Nr.›</a:t>
            </a:fld>
            <a:endParaRPr lang="de-DE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Headline einfügen</a:t>
            </a:r>
            <a:br>
              <a:rPr lang="pt-BR"/>
            </a:br>
            <a:r>
              <a:rPr lang="pt-BR"/>
              <a:t>über zwei Zeilen</a:t>
            </a:r>
            <a:endParaRPr lang="de-DE"/>
          </a:p>
        </p:txBody>
      </p:sp>
      <p:sp>
        <p:nvSpPr>
          <p:cNvPr id="11" name="Inhaltsplatzhalter 2"/>
          <p:cNvSpPr>
            <a:spLocks noGrp="1"/>
          </p:cNvSpPr>
          <p:nvPr>
            <p:ph idx="13" hasCustomPrompt="1"/>
          </p:nvPr>
        </p:nvSpPr>
        <p:spPr bwMode="auto">
          <a:xfrm>
            <a:off x="406405" y="2033591"/>
            <a:ext cx="11377084" cy="421004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Text 22 Pt auf erster Ebene // für Aufzählung 22 Pt,  Text 20 Pt, Zwischenheadline und Aufzählungen 20 Pt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  <a:p>
            <a:pPr lvl="7">
              <a:defRPr/>
            </a:pPr>
            <a:r>
              <a:rPr lang="de-DE"/>
              <a:t>Achte Ebene</a:t>
            </a:r>
            <a:endParaRPr/>
          </a:p>
          <a:p>
            <a:pPr lvl="8">
              <a:defRPr/>
            </a:pPr>
            <a:r>
              <a:rPr lang="de-DE"/>
              <a:t>Neunte Ebene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// Inhalt // 3 Bil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Campus Sontheim</a:t>
            </a:r>
            <a:endParaRPr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 dirty="0"/>
              <a:t>Systems Engineering Management |   Automotive Systems Engineering HHN   |   WS23/24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/>
              <a:t>‹Nr.›</a:t>
            </a:fld>
            <a:endParaRPr lang="de-DE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Headline einfügen</a:t>
            </a:r>
            <a:br>
              <a:rPr lang="pt-BR"/>
            </a:br>
            <a:r>
              <a:rPr lang="pt-BR"/>
              <a:t>über zwei Zeilen</a:t>
            </a:r>
            <a:endParaRPr lang="de-DE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3" hasCustomPrompt="1"/>
          </p:nvPr>
        </p:nvSpPr>
        <p:spPr bwMode="auto">
          <a:xfrm>
            <a:off x="406405" y="2033700"/>
            <a:ext cx="11377084" cy="223188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>
              <a:defRPr/>
            </a:pPr>
            <a:r>
              <a:rPr lang="de-DE"/>
              <a:t>Text 22 Pt auf erster Ebene // für Aufzählung 22 Pt,  Text 20 Pt, Zwischenheadline und Aufzählungen 20 Pt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</p:txBody>
      </p:sp>
      <p:sp>
        <p:nvSpPr>
          <p:cNvPr id="15" name="Bildplatzhalter 2"/>
          <p:cNvSpPr>
            <a:spLocks noGrp="1"/>
          </p:cNvSpPr>
          <p:nvPr>
            <p:ph type="pic" idx="1" hasCustomPrompt="1"/>
          </p:nvPr>
        </p:nvSpPr>
        <p:spPr bwMode="auto">
          <a:xfrm>
            <a:off x="406400" y="4361763"/>
            <a:ext cx="3658080" cy="1881877"/>
          </a:xfrm>
        </p:spPr>
        <p:txBody>
          <a:bodyPr/>
          <a:lstStyle>
            <a:lvl1pPr marL="0" indent="0" algn="ctr">
              <a:spcAft>
                <a:spcPts val="0"/>
              </a:spcAft>
              <a:buNone/>
              <a:defRPr sz="2000"/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2000"/>
            </a:lvl4pPr>
            <a:lvl5pPr marL="1828813" indent="0">
              <a:buNone/>
              <a:defRPr sz="2000"/>
            </a:lvl5pPr>
            <a:lvl6pPr marL="2286017" indent="0">
              <a:buNone/>
              <a:defRPr sz="2000"/>
            </a:lvl6pPr>
            <a:lvl7pPr marL="2743220" indent="0">
              <a:buNone/>
              <a:defRPr sz="2000"/>
            </a:lvl7pPr>
            <a:lvl8pPr marL="3200424" indent="0">
              <a:buNone/>
              <a:defRPr sz="2000"/>
            </a:lvl8pPr>
            <a:lvl9pPr marL="3657627" indent="0">
              <a:buNone/>
              <a:defRPr sz="2000"/>
            </a:lvl9pPr>
          </a:lstStyle>
          <a:p>
            <a:pPr>
              <a:defRPr/>
            </a:pPr>
            <a:br>
              <a:rPr lang="de-DE"/>
            </a:br>
            <a:r>
              <a:rPr lang="de-DE"/>
              <a:t>Bild einfügen</a:t>
            </a:r>
            <a:endParaRPr/>
          </a:p>
        </p:txBody>
      </p:sp>
      <p:sp>
        <p:nvSpPr>
          <p:cNvPr id="16" name="Bildplatzhalter 2"/>
          <p:cNvSpPr>
            <a:spLocks noGrp="1"/>
          </p:cNvSpPr>
          <p:nvPr>
            <p:ph type="pic" idx="14" hasCustomPrompt="1"/>
          </p:nvPr>
        </p:nvSpPr>
        <p:spPr bwMode="auto">
          <a:xfrm>
            <a:off x="4265901" y="4361763"/>
            <a:ext cx="3658080" cy="1881877"/>
          </a:xfrm>
        </p:spPr>
        <p:txBody>
          <a:bodyPr/>
          <a:lstStyle>
            <a:lvl1pPr marL="0" indent="0" algn="ctr">
              <a:spcAft>
                <a:spcPts val="0"/>
              </a:spcAft>
              <a:buNone/>
              <a:defRPr sz="2000"/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2000"/>
            </a:lvl4pPr>
            <a:lvl5pPr marL="1828813" indent="0">
              <a:buNone/>
              <a:defRPr sz="2000"/>
            </a:lvl5pPr>
            <a:lvl6pPr marL="2286017" indent="0">
              <a:buNone/>
              <a:defRPr sz="2000"/>
            </a:lvl6pPr>
            <a:lvl7pPr marL="2743220" indent="0">
              <a:buNone/>
              <a:defRPr sz="2000"/>
            </a:lvl7pPr>
            <a:lvl8pPr marL="3200424" indent="0">
              <a:buNone/>
              <a:defRPr sz="2000"/>
            </a:lvl8pPr>
            <a:lvl9pPr marL="3657627" indent="0">
              <a:buNone/>
              <a:defRPr sz="2000"/>
            </a:lvl9pPr>
          </a:lstStyle>
          <a:p>
            <a:pPr>
              <a:defRPr/>
            </a:pPr>
            <a:br>
              <a:rPr lang="de-DE"/>
            </a:br>
            <a:r>
              <a:rPr lang="de-DE"/>
              <a:t>Bild einfügen</a:t>
            </a:r>
            <a:endParaRPr/>
          </a:p>
        </p:txBody>
      </p:sp>
      <p:sp>
        <p:nvSpPr>
          <p:cNvPr id="17" name="Bildplatzhalter 2"/>
          <p:cNvSpPr>
            <a:spLocks noGrp="1"/>
          </p:cNvSpPr>
          <p:nvPr>
            <p:ph type="pic" idx="15" hasCustomPrompt="1"/>
          </p:nvPr>
        </p:nvSpPr>
        <p:spPr bwMode="auto">
          <a:xfrm>
            <a:off x="8125404" y="4361763"/>
            <a:ext cx="3658080" cy="1881877"/>
          </a:xfrm>
        </p:spPr>
        <p:txBody>
          <a:bodyPr/>
          <a:lstStyle>
            <a:lvl1pPr marL="0" indent="0" algn="ctr">
              <a:spcAft>
                <a:spcPts val="0"/>
              </a:spcAft>
              <a:buNone/>
              <a:defRPr sz="2000"/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2000"/>
            </a:lvl4pPr>
            <a:lvl5pPr marL="1828813" indent="0">
              <a:buNone/>
              <a:defRPr sz="2000"/>
            </a:lvl5pPr>
            <a:lvl6pPr marL="2286017" indent="0">
              <a:buNone/>
              <a:defRPr sz="2000"/>
            </a:lvl6pPr>
            <a:lvl7pPr marL="2743220" indent="0">
              <a:buNone/>
              <a:defRPr sz="2000"/>
            </a:lvl7pPr>
            <a:lvl8pPr marL="3200424" indent="0">
              <a:buNone/>
              <a:defRPr sz="2000"/>
            </a:lvl8pPr>
            <a:lvl9pPr marL="3657627" indent="0">
              <a:buNone/>
              <a:defRPr sz="2000"/>
            </a:lvl9pPr>
          </a:lstStyle>
          <a:p>
            <a:pPr>
              <a:defRPr/>
            </a:pPr>
            <a:br>
              <a:rPr lang="de-DE"/>
            </a:br>
            <a:r>
              <a:rPr lang="de-DE"/>
              <a:t>Bild einfügen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// Inhalt // Bil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Campus Sontheim</a:t>
            </a:r>
            <a:endParaRPr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 dirty="0"/>
              <a:t>Systems Engineering Management |   Automotive Systems Engineering HHN   |   WS23/24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/>
              <a:t>‹Nr.›</a:t>
            </a:fld>
            <a:endParaRPr lang="de-DE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Headline einfügen</a:t>
            </a:r>
            <a:br>
              <a:rPr lang="pt-BR"/>
            </a:br>
            <a:r>
              <a:rPr lang="pt-BR"/>
              <a:t>über zwei Zeilen</a:t>
            </a:r>
            <a:endParaRPr lang="de-DE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3" hasCustomPrompt="1"/>
          </p:nvPr>
        </p:nvSpPr>
        <p:spPr bwMode="auto">
          <a:xfrm>
            <a:off x="406400" y="2033702"/>
            <a:ext cx="7128933" cy="4209936"/>
          </a:xfrm>
        </p:spPr>
        <p:txBody>
          <a:bodyPr vert="horz"/>
          <a:lstStyle>
            <a:lvl3pPr>
              <a:defRPr/>
            </a:lvl3pPr>
          </a:lstStyle>
          <a:p>
            <a:pPr lvl="0">
              <a:defRPr/>
            </a:pPr>
            <a:r>
              <a:rPr lang="de-DE"/>
              <a:t>Text 22 Pt auf erster Ebene // für Aufzählung 22 Pt,  Text 20 Pt, Zwischenheadline und Aufzählungen 20 Pt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</p:txBody>
      </p:sp>
      <p:sp>
        <p:nvSpPr>
          <p:cNvPr id="17" name="Bildplatzhalter 2"/>
          <p:cNvSpPr>
            <a:spLocks noGrp="1"/>
          </p:cNvSpPr>
          <p:nvPr>
            <p:ph type="pic" idx="15" hasCustomPrompt="1"/>
          </p:nvPr>
        </p:nvSpPr>
        <p:spPr bwMode="auto">
          <a:xfrm>
            <a:off x="7920568" y="2097883"/>
            <a:ext cx="3862917" cy="3960020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spcAft>
                <a:spcPts val="0"/>
              </a:spcAft>
              <a:buNone/>
              <a:defRPr sz="2000"/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2000"/>
            </a:lvl4pPr>
            <a:lvl5pPr marL="1828813" indent="0">
              <a:buNone/>
              <a:defRPr sz="2000"/>
            </a:lvl5pPr>
            <a:lvl6pPr marL="2286017" indent="0">
              <a:buNone/>
              <a:defRPr sz="2000"/>
            </a:lvl6pPr>
            <a:lvl7pPr marL="2743220" indent="0">
              <a:buNone/>
              <a:defRPr sz="2000"/>
            </a:lvl7pPr>
            <a:lvl8pPr marL="3200424" indent="0">
              <a:buNone/>
              <a:defRPr sz="2000"/>
            </a:lvl8pPr>
            <a:lvl9pPr marL="3657627" indent="0">
              <a:buNone/>
              <a:defRPr sz="2000"/>
            </a:lvl9pPr>
          </a:lstStyle>
          <a:p>
            <a:pPr>
              <a:defRPr/>
            </a:pPr>
            <a:br>
              <a:rPr lang="de-DE"/>
            </a:br>
            <a:br>
              <a:rPr lang="de-DE"/>
            </a:br>
            <a:br>
              <a:rPr lang="de-DE"/>
            </a:br>
            <a:br>
              <a:rPr lang="de-DE"/>
            </a:br>
            <a:r>
              <a:rPr lang="de-DE"/>
              <a:t>Bild einfügen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Zita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Bildplatzhalter 2"/>
          <p:cNvSpPr>
            <a:spLocks noGrp="1"/>
          </p:cNvSpPr>
          <p:nvPr>
            <p:ph type="pic" idx="15" hasCustomPrompt="1"/>
          </p:nvPr>
        </p:nvSpPr>
        <p:spPr bwMode="auto">
          <a:xfrm>
            <a:off x="5" y="971550"/>
            <a:ext cx="12191999" cy="5886450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3" indent="0">
              <a:buNone/>
              <a:defRPr sz="2800"/>
            </a:lvl2pPr>
            <a:lvl3pPr marL="914407" indent="0">
              <a:buNone/>
              <a:defRPr sz="2400"/>
            </a:lvl3pPr>
            <a:lvl4pPr marL="1371610" indent="0">
              <a:buNone/>
              <a:defRPr sz="2000"/>
            </a:lvl4pPr>
            <a:lvl5pPr marL="1828813" indent="0">
              <a:buNone/>
              <a:defRPr sz="2000"/>
            </a:lvl5pPr>
            <a:lvl6pPr marL="2286017" indent="0">
              <a:buNone/>
              <a:defRPr sz="2000"/>
            </a:lvl6pPr>
            <a:lvl7pPr marL="2743220" indent="0">
              <a:buNone/>
              <a:defRPr sz="2000"/>
            </a:lvl7pPr>
            <a:lvl8pPr marL="3200424" indent="0">
              <a:buNone/>
              <a:defRPr sz="2000"/>
            </a:lvl8pPr>
            <a:lvl9pPr marL="3657627" indent="0">
              <a:buNone/>
              <a:defRPr sz="2000"/>
            </a:lvl9pPr>
          </a:lstStyle>
          <a:p>
            <a:pPr>
              <a:defRPr/>
            </a:pPr>
            <a:br>
              <a:rPr lang="de-DE"/>
            </a:br>
            <a:r>
              <a:rPr lang="de-DE"/>
              <a:t>Bild einfügen &gt;&gt; Menü &gt; Einfügen &gt; Bilder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Campus Sontheim</a:t>
            </a:r>
            <a:endParaRPr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3" hasCustomPrompt="1"/>
          </p:nvPr>
        </p:nvSpPr>
        <p:spPr bwMode="auto">
          <a:xfrm>
            <a:off x="0" y="971552"/>
            <a:ext cx="12192000" cy="5886449"/>
          </a:xfrm>
          <a:prstGeom prst="rect">
            <a:avLst/>
          </a:prstGeom>
          <a:blipFill>
            <a:blip r:embed="rId2"/>
            <a:stretch/>
          </a:blipFill>
        </p:spPr>
        <p:txBody>
          <a:bodyPr vert="horz" lIns="1954800" tIns="1389600" rIns="1501200"/>
          <a:lstStyle>
            <a:lvl1pPr>
              <a:lnSpc>
                <a:spcPct val="108000"/>
              </a:lnSpc>
              <a:spcAft>
                <a:spcPts val="0"/>
              </a:spcAft>
              <a:defRPr sz="3300" b="1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/>
              <a:buNone/>
              <a:defRPr sz="15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/>
              <a:buNone/>
              <a:defRPr sz="15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None/>
              <a:defRPr sz="15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/>
              <a:buNone/>
              <a:defRPr sz="15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/>
              <a:buNone/>
              <a:defRPr sz="15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44000"/>
              </a:lnSpc>
              <a:spcBef>
                <a:spcPts val="2800"/>
              </a:spcBef>
              <a:spcAft>
                <a:spcPts val="0"/>
              </a:spcAft>
              <a:buFont typeface="Arial"/>
              <a:buNone/>
              <a:defRPr sz="1500" b="1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Zitat auf erster Ebene // für Autor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 dirty="0"/>
              <a:t>Systems Engineering Management |   Automotive Systems Engineering HHN   |   WS23/24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>
          <a:xfrm>
            <a:off x="9883778" y="6515213"/>
            <a:ext cx="1899711" cy="21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/>
              <a:t>‹Nr.›</a:t>
            </a:fld>
            <a:endParaRPr lang="de-DE"/>
          </a:p>
        </p:txBody>
      </p:sp>
      <p:grpSp>
        <p:nvGrpSpPr>
          <p:cNvPr id="13" name="Regieanweisungen"/>
          <p:cNvGrpSpPr/>
          <p:nvPr userDrawn="1"/>
        </p:nvGrpSpPr>
        <p:grpSpPr bwMode="auto">
          <a:xfrm>
            <a:off x="-2352000" y="-468000"/>
            <a:ext cx="17280000" cy="7668001"/>
            <a:chOff x="-1764000" y="-468001"/>
            <a:chExt cx="12960000" cy="7668001"/>
          </a:xfrm>
        </p:grpSpPr>
        <p:sp>
          <p:nvSpPr>
            <p:cNvPr id="14" name="Hilfslinien"/>
            <p:cNvSpPr txBox="1"/>
            <p:nvPr userDrawn="1"/>
          </p:nvSpPr>
          <p:spPr bwMode="auto">
            <a:xfrm rot="10800000" flipH="1" flipV="1">
              <a:off x="4571999" y="-468000"/>
              <a:ext cx="4265614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Hilfslinien anzeigen über Menu: </a:t>
              </a:r>
              <a:endParaRPr/>
            </a:p>
            <a:p>
              <a:pPr marL="0" marR="0" lvl="0" indent="0" algn="r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Ansicht &gt; Anzeigen &gt;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Haken</a:t>
              </a: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bei</a:t>
              </a: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 Führungslinien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setzen</a:t>
              </a:r>
              <a:endParaRPr/>
            </a:p>
          </p:txBody>
        </p:sp>
        <p:sp>
          <p:nvSpPr>
            <p:cNvPr id="15" name="Zurücksetzen"/>
            <p:cNvSpPr txBox="1"/>
            <p:nvPr userDrawn="1"/>
          </p:nvSpPr>
          <p:spPr bwMode="auto"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Folie in Ursprungsform 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bringen über Menu: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Folien &gt; Zurücksetzen</a:t>
              </a:r>
              <a:endParaRPr/>
            </a:p>
          </p:txBody>
        </p:sp>
        <p:sp>
          <p:nvSpPr>
            <p:cNvPr id="16" name="Layoutwechsel"/>
            <p:cNvSpPr txBox="1"/>
            <p:nvPr userDrawn="1"/>
          </p:nvSpPr>
          <p:spPr bwMode="auto"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Wechsel des Folienlayouts </a:t>
              </a:r>
              <a:br>
                <a:rPr lang="de-DE" sz="1000" b="0">
                  <a:solidFill>
                    <a:schemeClr val="tx1"/>
                  </a:solidFill>
                  <a:latin typeface="Arial"/>
                </a:rPr>
              </a:br>
              <a:r>
                <a:rPr lang="de-DE" sz="1000" b="0">
                  <a:solidFill>
                    <a:schemeClr val="tx1"/>
                  </a:solidFill>
                  <a:latin typeface="Arial"/>
                </a:rPr>
                <a:t>im Menü über:</a:t>
              </a:r>
              <a:endParaRPr/>
            </a:p>
            <a:p>
              <a:pPr marL="0" marR="0" lvl="0" indent="0" algn="l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Folien &gt; Layout</a:t>
              </a:r>
              <a:endParaRPr/>
            </a:p>
          </p:txBody>
        </p:sp>
        <p:sp>
          <p:nvSpPr>
            <p:cNvPr id="18" name="Text // Listenebene erhöhen"/>
            <p:cNvSpPr txBox="1"/>
            <p:nvPr userDrawn="1"/>
          </p:nvSpPr>
          <p:spPr bwMode="auto">
            <a:xfrm>
              <a:off x="-1764000" y="3042062"/>
              <a:ext cx="898412" cy="288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Listenebene</a:t>
              </a:r>
              <a:endParaRPr/>
            </a:p>
            <a:p>
              <a:pPr marL="0" marR="0" lvl="0" indent="0" algn="r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erhöhen</a:t>
              </a:r>
              <a:endParaRPr/>
            </a:p>
          </p:txBody>
        </p:sp>
        <p:sp>
          <p:nvSpPr>
            <p:cNvPr id="19" name="Text // Listenebene verringern"/>
            <p:cNvSpPr txBox="1"/>
            <p:nvPr userDrawn="1"/>
          </p:nvSpPr>
          <p:spPr bwMode="auto">
            <a:xfrm>
              <a:off x="-1764000" y="3438062"/>
              <a:ext cx="898412" cy="28800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Listenebene</a:t>
              </a:r>
              <a:endParaRPr/>
            </a:p>
            <a:p>
              <a:pPr marL="0" marR="0" lvl="0" indent="0" algn="r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verringern</a:t>
              </a:r>
              <a:endParaRPr/>
            </a:p>
          </p:txBody>
        </p:sp>
        <p:sp>
          <p:nvSpPr>
            <p:cNvPr id="20" name="Listenebenen"/>
            <p:cNvSpPr txBox="1"/>
            <p:nvPr userDrawn="1"/>
          </p:nvSpPr>
          <p:spPr bwMode="auto">
            <a:xfrm rot="10800000" flipH="1" flipV="1">
              <a:off x="-1690413" y="2124000"/>
              <a:ext cx="1584000" cy="79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Wechsel der Textebene</a:t>
              </a:r>
              <a:endParaRPr/>
            </a:p>
            <a:p>
              <a:pPr marL="0" marR="0" lvl="0" indent="0" algn="r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im Menü über: </a:t>
              </a:r>
              <a:br>
                <a:rPr lang="de-DE" sz="1000" b="0">
                  <a:solidFill>
                    <a:schemeClr val="tx1"/>
                  </a:solidFill>
                  <a:latin typeface="Arial"/>
                </a:rPr>
              </a:b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Absatz &gt; Listenebene erhöhen/verringern</a:t>
              </a:r>
              <a:endParaRPr/>
            </a:p>
          </p:txBody>
        </p:sp>
        <p:pic>
          <p:nvPicPr>
            <p:cNvPr id="21" name="Bild // Listenebene verringern"/>
            <p:cNvPicPr>
              <a:picLocks noChangeAspect="1"/>
            </p:cNvPicPr>
            <p:nvPr userDrawn="1"/>
          </p:nvPicPr>
          <p:blipFill>
            <a:blip r:embed="rId3"/>
            <a:stretch/>
          </p:blipFill>
          <p:spPr bwMode="auto">
            <a:xfrm>
              <a:off x="-792000" y="3438062"/>
              <a:ext cx="622082" cy="28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Bild // Listenebene erhöhen"/>
            <p:cNvPicPr>
              <a:picLocks noChangeAspect="1"/>
            </p:cNvPicPr>
            <p:nvPr userDrawn="1"/>
          </p:nvPicPr>
          <p:blipFill>
            <a:blip r:embed="rId4"/>
            <a:stretch/>
          </p:blipFill>
          <p:spPr bwMode="auto">
            <a:xfrm>
              <a:off x="-792000" y="3042062"/>
              <a:ext cx="622082" cy="28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Fußzeile"/>
            <p:cNvSpPr txBox="1"/>
            <p:nvPr userDrawn="1"/>
          </p:nvSpPr>
          <p:spPr bwMode="auto">
            <a:xfrm rot="10800000" flipH="1" flipV="1">
              <a:off x="304801" y="6984000"/>
              <a:ext cx="5531474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Fußzeile anpassen: </a:t>
              </a:r>
              <a:r>
                <a:rPr lang="de-DE" sz="1000" b="1">
                  <a:solidFill>
                    <a:schemeClr val="tx1"/>
                  </a:solidFill>
                  <a:latin typeface="Arial"/>
                </a:rPr>
                <a:t>Einfügen &gt; Text &gt; Kopf- und Fußzeile</a:t>
              </a:r>
              <a:endParaRPr/>
            </a:p>
          </p:txBody>
        </p:sp>
        <p:sp>
          <p:nvSpPr>
            <p:cNvPr id="24" name="Kopfzeile"/>
            <p:cNvSpPr txBox="1"/>
            <p:nvPr userDrawn="1"/>
          </p:nvSpPr>
          <p:spPr bwMode="auto"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Kopfzeile anpassen: </a:t>
              </a:r>
              <a:r>
                <a:rPr lang="de-DE" sz="1000" b="1">
                  <a:solidFill>
                    <a:schemeClr val="tx1"/>
                  </a:solidFill>
                  <a:latin typeface="Arial"/>
                </a:rPr>
                <a:t>Einfügen &gt; Text &gt; Kopf- und Fußzeile</a:t>
              </a:r>
              <a:endParaRPr/>
            </a:p>
          </p:txBody>
        </p:sp>
      </p:grpSp>
      <p:pic>
        <p:nvPicPr>
          <p:cNvPr id="26" name="Logo HHN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10359513" y="307131"/>
            <a:ext cx="1423970" cy="480852"/>
          </a:xfrm>
          <a:prstGeom prst="rect">
            <a:avLst/>
          </a:prstGeom>
        </p:spPr>
      </p:pic>
      <p:sp>
        <p:nvSpPr>
          <p:cNvPr id="28" name="Titel 9"/>
          <p:cNvSpPr>
            <a:spLocks noGrp="1"/>
          </p:cNvSpPr>
          <p:nvPr>
            <p:ph type="title" hasCustomPrompt="1"/>
          </p:nvPr>
        </p:nvSpPr>
        <p:spPr bwMode="auto">
          <a:xfrm>
            <a:off x="0" y="1684080"/>
            <a:ext cx="1321200" cy="1119600"/>
          </a:xfrm>
          <a:prstGeom prst="rect">
            <a:avLst/>
          </a:prstGeom>
          <a:blipFill>
            <a:blip r:embed="rId6"/>
            <a:stretch/>
          </a:blipFill>
        </p:spPr>
        <p:txBody>
          <a:bodyPr wrap="none" rIns="1454400" anchor="t" anchorCtr="0"/>
          <a:lstStyle>
            <a:lvl1pPr algn="r">
              <a:defRPr sz="1000"/>
            </a:lvl1pPr>
          </a:lstStyle>
          <a:p>
            <a:pPr>
              <a:defRPr/>
            </a:pPr>
            <a:r>
              <a:rPr lang="pt-BR"/>
              <a:t>Bitte nicht</a:t>
            </a:r>
            <a:br>
              <a:rPr lang="pt-BR"/>
            </a:br>
            <a:r>
              <a:rPr lang="pt-BR"/>
              <a:t>verschieben</a:t>
            </a:r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// Info // 2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Campus Sontheim</a:t>
            </a:r>
            <a:endParaRPr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 dirty="0"/>
              <a:t>Systems Engineering Management |   Automotive Systems Engineering HHN   |   WS23/24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/>
              <a:t>‹Nr.›</a:t>
            </a:fld>
            <a:endParaRPr lang="de-DE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Headline einfügen</a:t>
            </a:r>
            <a:br>
              <a:rPr lang="pt-BR"/>
            </a:br>
            <a:r>
              <a:rPr lang="pt-BR"/>
              <a:t>über zwei Zeilen</a:t>
            </a:r>
            <a:endParaRPr lang="de-DE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3" hasCustomPrompt="1"/>
          </p:nvPr>
        </p:nvSpPr>
        <p:spPr bwMode="auto">
          <a:xfrm>
            <a:off x="406405" y="2033700"/>
            <a:ext cx="11377084" cy="396000"/>
          </a:xfrm>
        </p:spPr>
        <p:txBody>
          <a:bodyPr vert="horz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defRPr/>
            </a:pPr>
            <a:r>
              <a:rPr lang="de-DE"/>
              <a:t>Kurze Info zum Inhalt</a:t>
            </a:r>
            <a:endParaRPr/>
          </a:p>
        </p:txBody>
      </p:sp>
      <p:sp>
        <p:nvSpPr>
          <p:cNvPr id="12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06405" y="2565404"/>
            <a:ext cx="5592519" cy="3678237"/>
          </a:xfrm>
        </p:spPr>
        <p:txBody>
          <a:bodyPr/>
          <a:lstStyle>
            <a:lvl3pPr>
              <a:spcAft>
                <a:spcPts val="599"/>
              </a:spcAft>
              <a:defRPr/>
            </a:lvl3pPr>
          </a:lstStyle>
          <a:p>
            <a:pPr lvl="0">
              <a:defRPr/>
            </a:pPr>
            <a:r>
              <a:rPr lang="de-DE"/>
              <a:t>Text 22 Pt auf erster Ebene // für Aufzählung 22 Pt,  Text 20 Pt, Zwischenheadline und Aufzählungen 20 Pt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</p:txBody>
      </p:sp>
      <p:sp>
        <p:nvSpPr>
          <p:cNvPr id="13" name="Inhaltsplatzhalter 2"/>
          <p:cNvSpPr>
            <a:spLocks noGrp="1"/>
          </p:cNvSpPr>
          <p:nvPr>
            <p:ph idx="14" hasCustomPrompt="1"/>
          </p:nvPr>
        </p:nvSpPr>
        <p:spPr bwMode="auto">
          <a:xfrm>
            <a:off x="6192002" y="2565404"/>
            <a:ext cx="5591487" cy="3678237"/>
          </a:xfrm>
        </p:spPr>
        <p:txBody>
          <a:bodyPr/>
          <a:lstStyle>
            <a:lvl3pPr>
              <a:spcAft>
                <a:spcPts val="599"/>
              </a:spcAft>
              <a:defRPr/>
            </a:lvl3pPr>
          </a:lstStyle>
          <a:p>
            <a:pPr lvl="0">
              <a:defRPr/>
            </a:pPr>
            <a:r>
              <a:rPr lang="de-DE"/>
              <a:t>Text 22 Pt auf erster Ebene // für Aufzählung 22 Pt,  Text 20 Pt, Zwischenheadline und Aufzählungen 20 Pt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Headline // Info //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Campus Sontheim</a:t>
            </a:r>
            <a:endParaRPr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 dirty="0"/>
              <a:t>Systems Engineering Management |   Automotive Systems Engineering HHN   |   WS23/24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/>
              <a:t>‹Nr.›</a:t>
            </a:fld>
            <a:endParaRPr lang="de-DE"/>
          </a:p>
        </p:txBody>
      </p:sp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Headline einfügen</a:t>
            </a:r>
            <a:br>
              <a:rPr lang="pt-BR"/>
            </a:br>
            <a:r>
              <a:rPr lang="pt-BR"/>
              <a:t>über zwei Zeilen</a:t>
            </a:r>
            <a:endParaRPr lang="de-DE"/>
          </a:p>
        </p:txBody>
      </p:sp>
      <p:sp>
        <p:nvSpPr>
          <p:cNvPr id="11" name="Vertikaler Textplatzhalter 2"/>
          <p:cNvSpPr>
            <a:spLocks noGrp="1"/>
          </p:cNvSpPr>
          <p:nvPr>
            <p:ph type="body" orient="vert" idx="13" hasCustomPrompt="1"/>
          </p:nvPr>
        </p:nvSpPr>
        <p:spPr bwMode="auto">
          <a:xfrm>
            <a:off x="406400" y="2033700"/>
            <a:ext cx="11377085" cy="396000"/>
          </a:xfrm>
        </p:spPr>
        <p:txBody>
          <a:bodyPr vert="horz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>
              <a:defRPr/>
            </a:pPr>
            <a:r>
              <a:rPr lang="de-DE"/>
              <a:t>Kurze Info zum Inhalt</a:t>
            </a:r>
            <a:endParaRPr/>
          </a:p>
        </p:txBody>
      </p:sp>
      <p:sp>
        <p:nvSpPr>
          <p:cNvPr id="12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06405" y="2565404"/>
            <a:ext cx="11377084" cy="3678237"/>
          </a:xfrm>
        </p:spPr>
        <p:txBody>
          <a:bodyPr/>
          <a:lstStyle>
            <a:lvl3pPr>
              <a:spcAft>
                <a:spcPts val="599"/>
              </a:spcAft>
              <a:defRPr/>
            </a:lvl3pPr>
          </a:lstStyle>
          <a:p>
            <a:pPr lvl="0">
              <a:defRPr/>
            </a:pPr>
            <a:r>
              <a:rPr lang="de-DE"/>
              <a:t>Text 22 Pt auf erster Ebene // für Aufzählung 22 Pt,  Text 20 Pt, Zwischenheadline und Aufzählungen 20 Pt &gt;&gt; Menü &gt; Start &gt; Absatz &gt; Listenebne erhöhen 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  <a:p>
            <a:pPr lvl="5">
              <a:defRPr/>
            </a:pPr>
            <a:r>
              <a:rPr lang="de-DE"/>
              <a:t>Sechste Ebene</a:t>
            </a:r>
            <a:endParaRPr/>
          </a:p>
          <a:p>
            <a:pPr lvl="6">
              <a:defRPr/>
            </a:pPr>
            <a:r>
              <a:rPr lang="de-DE"/>
              <a:t>Siebte Ebene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Headline einfügen</a:t>
            </a:r>
            <a:br>
              <a:rPr lang="pt-BR"/>
            </a:br>
            <a:r>
              <a:rPr lang="pt-BR"/>
              <a:t>über zwei Zeilen</a:t>
            </a:r>
            <a:endParaRPr lang="de-DE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Campus Sontheim</a:t>
            </a:r>
            <a:endParaRPr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 dirty="0"/>
              <a:t>Systems Engineering Management |   Automotive Systems Engineering HHN   |   WS23/24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Schluss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Hintergrund"/>
          <p:cNvPicPr>
            <a:picLocks noChangeAspect="1"/>
          </p:cNvPicPr>
          <p:nvPr userDrawn="1"/>
        </p:nvPicPr>
        <p:blipFill>
          <a:blip r:embed="rId2"/>
          <a:srcRect t="14167"/>
          <a:stretch/>
        </p:blipFill>
        <p:spPr bwMode="auto">
          <a:xfrm>
            <a:off x="0" y="971552"/>
            <a:ext cx="12192000" cy="5886449"/>
          </a:xfrm>
          <a:prstGeom prst="rect">
            <a:avLst/>
          </a:prstGeom>
        </p:spPr>
      </p:pic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Campus Sontheim</a:t>
            </a:r>
            <a:endParaRPr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 dirty="0"/>
              <a:t>Systems Engineering Management |   Automotive Systems Engineering HHN   |   WS23/24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/>
              <a:t>‹Nr.›</a:t>
            </a:fld>
            <a:endParaRPr lang="de-DE"/>
          </a:p>
        </p:txBody>
      </p:sp>
      <p:sp>
        <p:nvSpPr>
          <p:cNvPr id="13" name="Vertikaler Textplatzhalter 2"/>
          <p:cNvSpPr>
            <a:spLocks noGrp="1"/>
          </p:cNvSpPr>
          <p:nvPr>
            <p:ph type="body" orient="vert" idx="13" hasCustomPrompt="1"/>
          </p:nvPr>
        </p:nvSpPr>
        <p:spPr bwMode="auto">
          <a:xfrm>
            <a:off x="2088000" y="4284000"/>
            <a:ext cx="9695489" cy="1959639"/>
          </a:xfrm>
        </p:spPr>
        <p:txBody>
          <a:bodyPr vert="horz"/>
          <a:lstStyle>
            <a:lvl1pPr marL="0" marR="0" indent="0" algn="l" defTabSz="91440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000" b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/>
              <a:buNone/>
              <a:defRPr sz="2000" b="1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/>
              <a:buNone/>
              <a:defRPr sz="2000" b="1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/>
              <a:buNone/>
              <a:defRPr sz="2000" b="1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/>
              <a:buNone/>
              <a:defRPr sz="2000" b="1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5000"/>
              </a:lnSpc>
              <a:spcBef>
                <a:spcPts val="1250"/>
              </a:spcBef>
              <a:spcAft>
                <a:spcPts val="0"/>
              </a:spcAft>
              <a:buFont typeface="Arial"/>
              <a:buNone/>
              <a:defRPr sz="2000" b="1">
                <a:solidFill>
                  <a:schemeClr val="bg1"/>
                </a:solidFill>
                <a:latin typeface="+mj-lt"/>
              </a:defRPr>
            </a:lvl9pPr>
          </a:lstStyle>
          <a:p>
            <a:pPr marL="0" marR="0" lvl="0" indent="0" algn="l" defTabSz="914407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de-DE"/>
              <a:t>Bei Fragen kontaktieren Sie bitte:</a:t>
            </a:r>
            <a:br>
              <a:rPr lang="de-DE"/>
            </a:br>
            <a:r>
              <a:rPr lang="de-DE"/>
              <a:t>Vorname Nachname (Menü &gt; Listenebne erhöhen)</a:t>
            </a:r>
            <a:br>
              <a:rPr lang="de-DE"/>
            </a:br>
            <a:r>
              <a:rPr lang="de-DE"/>
              <a:t>Fakultät XY | Fachrichtung </a:t>
            </a:r>
            <a:br>
              <a:rPr lang="de-DE"/>
            </a:br>
            <a:r>
              <a:rPr lang="de-DE"/>
              <a:t>meike.muster@hs-heilbronn.de</a:t>
            </a:r>
            <a:endParaRPr/>
          </a:p>
        </p:txBody>
      </p:sp>
      <p:sp>
        <p:nvSpPr>
          <p:cNvPr id="12" name="Vertikaler Textplatzhalter 2"/>
          <p:cNvSpPr>
            <a:spLocks noGrp="1"/>
          </p:cNvSpPr>
          <p:nvPr>
            <p:ph type="body" orient="vert" idx="14" hasCustomPrompt="1"/>
          </p:nvPr>
        </p:nvSpPr>
        <p:spPr bwMode="auto">
          <a:xfrm>
            <a:off x="2087996" y="2097092"/>
            <a:ext cx="9695489" cy="1915337"/>
          </a:xfrm>
        </p:spPr>
        <p:txBody>
          <a:bodyPr vert="horz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5800" b="1" cap="all" spc="18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5800" b="1" cap="all" spc="300">
                <a:solidFill>
                  <a:schemeClr val="bg1"/>
                </a:solidFill>
                <a:latin typeface="+mj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5800" b="1" cap="all" spc="180">
                <a:solidFill>
                  <a:schemeClr val="bg1"/>
                </a:solidFill>
                <a:latin typeface="+mj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5800" b="1" cap="all" spc="180">
                <a:solidFill>
                  <a:schemeClr val="bg1"/>
                </a:solidFill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5800" b="1" cap="all" spc="180">
                <a:solidFill>
                  <a:schemeClr val="bg1"/>
                </a:solidFill>
                <a:latin typeface="+mj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5800" b="1" cap="all" spc="180">
                <a:solidFill>
                  <a:schemeClr val="bg1"/>
                </a:solidFill>
                <a:latin typeface="+mj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5800" b="1" cap="all" spc="180">
                <a:solidFill>
                  <a:schemeClr val="bg1"/>
                </a:solidFill>
                <a:latin typeface="+mj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5800" b="1" cap="all" spc="180">
                <a:solidFill>
                  <a:schemeClr val="bg1"/>
                </a:solidFill>
                <a:latin typeface="+mj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5800" b="1" cap="all" spc="180">
                <a:solidFill>
                  <a:schemeClr val="bg1"/>
                </a:solidFill>
                <a:latin typeface="+mj-lt"/>
              </a:defRPr>
            </a:lvl9pPr>
          </a:lstStyle>
          <a:p>
            <a:pPr lvl="0">
              <a:defRPr/>
            </a:pPr>
            <a:r>
              <a:rPr lang="de-DE"/>
              <a:t>Schlusswort</a:t>
            </a:r>
            <a:endParaRPr/>
          </a:p>
        </p:txBody>
      </p:sp>
      <p:sp>
        <p:nvSpPr>
          <p:cNvPr id="15" name="Bildplatzhalter 2"/>
          <p:cNvSpPr>
            <a:spLocks noGrp="1"/>
          </p:cNvSpPr>
          <p:nvPr>
            <p:ph type="pic" idx="15" hasCustomPrompt="1"/>
          </p:nvPr>
        </p:nvSpPr>
        <p:spPr bwMode="auto">
          <a:xfrm>
            <a:off x="576000" y="4716000"/>
            <a:ext cx="1080000" cy="1080000"/>
          </a:xfrm>
          <a:prstGeom prst="ellipse">
            <a:avLst/>
          </a:prstGeom>
          <a:noFill/>
        </p:spPr>
        <p:txBody>
          <a:bodyPr/>
          <a:lstStyle>
            <a:lvl1pPr marL="0" indent="0" algn="ctr">
              <a:spcAft>
                <a:spcPts val="0"/>
              </a:spcAft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de-DE"/>
              <a:t>Bild einfügen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" name="Regieanweisungen"/>
          <p:cNvGrpSpPr/>
          <p:nvPr/>
        </p:nvGrpSpPr>
        <p:grpSpPr bwMode="auto">
          <a:xfrm>
            <a:off x="-2253886" y="-468000"/>
            <a:ext cx="17181886" cy="7668001"/>
            <a:chOff x="-1690413" y="-468001"/>
            <a:chExt cx="12886413" cy="7668001"/>
          </a:xfrm>
        </p:grpSpPr>
        <p:sp>
          <p:nvSpPr>
            <p:cNvPr id="11" name="Hilfslinien"/>
            <p:cNvSpPr txBox="1"/>
            <p:nvPr userDrawn="1"/>
          </p:nvSpPr>
          <p:spPr bwMode="auto">
            <a:xfrm rot="10800000" flipH="1" flipV="1">
              <a:off x="4571999" y="-468000"/>
              <a:ext cx="42648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Hilfslinien anzeigen über Menu: </a:t>
              </a:r>
              <a:endParaRPr/>
            </a:p>
            <a:p>
              <a:pPr marL="0" marR="0" lvl="0" indent="0" algn="r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Ansicht &gt; Anzeigen &gt;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Haken</a:t>
              </a: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bei</a:t>
              </a:r>
              <a:r>
                <a:rPr lang="de-DE" sz="1000" b="1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 Führungslinien </a:t>
              </a:r>
              <a:r>
                <a:rPr lang="de-DE" sz="1000" b="0" i="0" u="none" strike="noStrike" cap="none" spc="0">
                  <a:ln>
                    <a:noFill/>
                  </a:ln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setzen</a:t>
              </a:r>
              <a:endParaRPr/>
            </a:p>
          </p:txBody>
        </p:sp>
        <p:sp>
          <p:nvSpPr>
            <p:cNvPr id="13" name="Zurücksetzen"/>
            <p:cNvSpPr txBox="1"/>
            <p:nvPr userDrawn="1"/>
          </p:nvSpPr>
          <p:spPr bwMode="auto">
            <a:xfrm rot="10800000" flipH="1" flipV="1">
              <a:off x="9252000" y="-1"/>
              <a:ext cx="1944000" cy="89852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Folie in Ursprungsform 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bringen über Menu:</a:t>
              </a:r>
              <a:endParaRPr/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Folien &gt; Zurücksetzen</a:t>
              </a:r>
              <a:endParaRPr/>
            </a:p>
          </p:txBody>
        </p:sp>
        <p:sp>
          <p:nvSpPr>
            <p:cNvPr id="14" name="Layoutwechsel"/>
            <p:cNvSpPr txBox="1"/>
            <p:nvPr userDrawn="1"/>
          </p:nvSpPr>
          <p:spPr bwMode="auto">
            <a:xfrm rot="10800000" flipH="1" flipV="1">
              <a:off x="9252000" y="1008000"/>
              <a:ext cx="1944000" cy="504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Wechsel des Folienlayouts </a:t>
              </a:r>
              <a:br>
                <a:rPr lang="de-DE" sz="1000" b="0">
                  <a:solidFill>
                    <a:schemeClr val="tx1"/>
                  </a:solidFill>
                  <a:latin typeface="Arial"/>
                </a:rPr>
              </a:br>
              <a:r>
                <a:rPr lang="de-DE" sz="1000" b="0">
                  <a:solidFill>
                    <a:schemeClr val="tx1"/>
                  </a:solidFill>
                  <a:latin typeface="Arial"/>
                </a:rPr>
                <a:t>im Menü über:</a:t>
              </a:r>
              <a:endParaRPr/>
            </a:p>
            <a:p>
              <a:pPr marL="0" marR="0" lvl="0" indent="0" algn="l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Folien &gt; Layout</a:t>
              </a:r>
              <a:endParaRPr/>
            </a:p>
          </p:txBody>
        </p:sp>
        <p:sp>
          <p:nvSpPr>
            <p:cNvPr id="15" name="Text // Listenebene erhöhen"/>
            <p:cNvSpPr txBox="1"/>
            <p:nvPr userDrawn="1"/>
          </p:nvSpPr>
          <p:spPr bwMode="auto">
            <a:xfrm>
              <a:off x="-1516796" y="2871934"/>
              <a:ext cx="898412" cy="288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Listenebene</a:t>
              </a:r>
              <a:endParaRPr/>
            </a:p>
            <a:p>
              <a:pPr marL="0" marR="0" lvl="0" indent="0" algn="r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erhöhen</a:t>
              </a:r>
              <a:endParaRPr/>
            </a:p>
          </p:txBody>
        </p:sp>
        <p:sp>
          <p:nvSpPr>
            <p:cNvPr id="16" name="Text // Listenebene verringern"/>
            <p:cNvSpPr txBox="1"/>
            <p:nvPr userDrawn="1"/>
          </p:nvSpPr>
          <p:spPr bwMode="auto">
            <a:xfrm>
              <a:off x="-1516796" y="3267934"/>
              <a:ext cx="898412" cy="28800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r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Listenebene</a:t>
              </a:r>
              <a:endParaRPr/>
            </a:p>
            <a:p>
              <a:pPr marL="0" marR="0" lvl="0" indent="0" algn="r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1">
                  <a:solidFill>
                    <a:schemeClr val="tx1"/>
                  </a:solidFill>
                  <a:latin typeface="Arial"/>
                </a:rPr>
                <a:t>verringern</a:t>
              </a:r>
              <a:endParaRPr/>
            </a:p>
          </p:txBody>
        </p:sp>
        <p:sp>
          <p:nvSpPr>
            <p:cNvPr id="17" name="Listenebenen"/>
            <p:cNvSpPr txBox="1"/>
            <p:nvPr userDrawn="1"/>
          </p:nvSpPr>
          <p:spPr bwMode="auto">
            <a:xfrm rot="10800000" flipH="1" flipV="1">
              <a:off x="-1690413" y="2124000"/>
              <a:ext cx="1584000" cy="79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Wechsel der Textebene</a:t>
              </a:r>
              <a:endParaRPr/>
            </a:p>
            <a:p>
              <a:pPr marL="0" marR="0" lvl="0" indent="0" algn="r" defTabSz="251725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im Menü über: </a:t>
              </a:r>
              <a:br>
                <a:rPr lang="de-DE" sz="1000" b="0">
                  <a:solidFill>
                    <a:schemeClr val="tx1"/>
                  </a:solidFill>
                  <a:latin typeface="Arial"/>
                </a:rPr>
              </a:br>
              <a:r>
                <a:rPr lang="de-DE" sz="1000" b="1">
                  <a:solidFill>
                    <a:schemeClr val="tx1"/>
                  </a:solidFill>
                  <a:latin typeface="Arial"/>
                </a:rPr>
                <a:t>Start &gt; Absatz &gt; Listenebene erhöhen/verringern</a:t>
              </a:r>
              <a:endParaRPr/>
            </a:p>
          </p:txBody>
        </p:sp>
        <p:pic>
          <p:nvPicPr>
            <p:cNvPr id="18" name="Bild // Listenebene verringern"/>
            <p:cNvPicPr>
              <a:picLocks noChangeAspect="1"/>
            </p:cNvPicPr>
            <p:nvPr userDrawn="1"/>
          </p:nvPicPr>
          <p:blipFill>
            <a:blip r:embed="rId15"/>
            <a:stretch/>
          </p:blipFill>
          <p:spPr bwMode="auto">
            <a:xfrm>
              <a:off x="-544788" y="3267934"/>
              <a:ext cx="385762" cy="238125"/>
            </a:xfrm>
            <a:prstGeom prst="rect">
              <a:avLst/>
            </a:prstGeom>
          </p:spPr>
        </p:pic>
        <p:pic>
          <p:nvPicPr>
            <p:cNvPr id="19" name="Bild // Listenebene erhöhen"/>
            <p:cNvPicPr>
              <a:picLocks noChangeAspect="1"/>
            </p:cNvPicPr>
            <p:nvPr userDrawn="1"/>
          </p:nvPicPr>
          <p:blipFill>
            <a:blip r:embed="rId16"/>
            <a:stretch/>
          </p:blipFill>
          <p:spPr bwMode="auto">
            <a:xfrm>
              <a:off x="-544788" y="2871934"/>
              <a:ext cx="385762" cy="238125"/>
            </a:xfrm>
            <a:prstGeom prst="rect">
              <a:avLst/>
            </a:prstGeom>
          </p:spPr>
        </p:pic>
        <p:sp>
          <p:nvSpPr>
            <p:cNvPr id="20" name="Fußzeile"/>
            <p:cNvSpPr txBox="1"/>
            <p:nvPr userDrawn="1"/>
          </p:nvSpPr>
          <p:spPr bwMode="auto">
            <a:xfrm rot="10800000" flipH="1" flipV="1">
              <a:off x="304799" y="6984000"/>
              <a:ext cx="5531475" cy="216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Fußzeile anpassen: </a:t>
              </a:r>
              <a:r>
                <a:rPr lang="de-DE" sz="1000" b="1">
                  <a:solidFill>
                    <a:schemeClr val="tx1"/>
                  </a:solidFill>
                  <a:latin typeface="Arial"/>
                </a:rPr>
                <a:t>Einfügen &gt; Text &gt; Kopf- und Fußzeile</a:t>
              </a:r>
              <a:endParaRPr/>
            </a:p>
          </p:txBody>
        </p:sp>
        <p:sp>
          <p:nvSpPr>
            <p:cNvPr id="21" name="Kopfzeile"/>
            <p:cNvSpPr txBox="1"/>
            <p:nvPr userDrawn="1"/>
          </p:nvSpPr>
          <p:spPr bwMode="auto">
            <a:xfrm rot="10800000" flipH="1" flipV="1">
              <a:off x="304800" y="-468001"/>
              <a:ext cx="4267199" cy="360002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39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>
                <a:defRPr sz="2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33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de-DE" sz="1000" b="0">
                  <a:solidFill>
                    <a:schemeClr val="tx1"/>
                  </a:solidFill>
                  <a:latin typeface="Arial"/>
                </a:rPr>
                <a:t>Kopfzeile anpassen: </a:t>
              </a:r>
              <a:r>
                <a:rPr lang="de-DE" sz="1000" b="1">
                  <a:solidFill>
                    <a:schemeClr val="tx1"/>
                  </a:solidFill>
                  <a:latin typeface="Arial"/>
                </a:rPr>
                <a:t>Einfügen &gt; Text &gt; Kopf- und Fußzeile</a:t>
              </a:r>
              <a:endParaRPr/>
            </a:p>
          </p:txBody>
        </p:sp>
      </p:grpSp>
      <p:cxnSp>
        <p:nvCxnSpPr>
          <p:cNvPr id="12" name="Footerlinie"/>
          <p:cNvCxnSpPr>
            <a:cxnSpLocks/>
          </p:cNvCxnSpPr>
          <p:nvPr/>
        </p:nvCxnSpPr>
        <p:spPr bwMode="auto">
          <a:xfrm>
            <a:off x="406399" y="6449759"/>
            <a:ext cx="1137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Headerlinie"/>
          <p:cNvCxnSpPr>
            <a:cxnSpLocks/>
          </p:cNvCxnSpPr>
          <p:nvPr/>
        </p:nvCxnSpPr>
        <p:spPr bwMode="auto">
          <a:xfrm>
            <a:off x="407997" y="1379378"/>
            <a:ext cx="11376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406405" y="898525"/>
            <a:ext cx="11377084" cy="48085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>
              <a:defRPr/>
            </a:pPr>
            <a:r>
              <a:rPr lang="pt-BR"/>
              <a:t>Headline einfügen über zwei Zeilen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06402" y="1489921"/>
            <a:ext cx="11377084" cy="47537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>
              <a:defRPr/>
            </a:pPr>
            <a:r>
              <a:rPr lang="de-DE" dirty="0"/>
              <a:t>Text 22 Pt auf erster Ebene // für Aufzählung 22 Pt,  Text 20 Pt, Zwischenheadline und Aufzählungen 20 Pt &gt;&gt; Menü &gt; Start &gt; Absatz &gt; Listenebne erhöhen </a:t>
            </a:r>
            <a:endParaRPr dirty="0"/>
          </a:p>
          <a:p>
            <a:pPr lvl="1">
              <a:defRPr/>
            </a:pPr>
            <a:r>
              <a:rPr lang="de-DE" dirty="0"/>
              <a:t>Zweite Ebene</a:t>
            </a:r>
            <a:endParaRPr dirty="0"/>
          </a:p>
          <a:p>
            <a:pPr lvl="2">
              <a:defRPr/>
            </a:pPr>
            <a:r>
              <a:rPr lang="de-DE" dirty="0"/>
              <a:t>Dritte Ebene</a:t>
            </a:r>
            <a:endParaRPr dirty="0"/>
          </a:p>
          <a:p>
            <a:pPr lvl="3">
              <a:defRPr/>
            </a:pPr>
            <a:r>
              <a:rPr lang="de-DE" dirty="0"/>
              <a:t>Vierte Ebene</a:t>
            </a:r>
            <a:endParaRPr dirty="0"/>
          </a:p>
          <a:p>
            <a:pPr lvl="4">
              <a:defRPr/>
            </a:pPr>
            <a:r>
              <a:rPr lang="de-DE" dirty="0"/>
              <a:t>Fünfte Ebene</a:t>
            </a:r>
            <a:endParaRPr dirty="0"/>
          </a:p>
          <a:p>
            <a:pPr lvl="5">
              <a:defRPr/>
            </a:pPr>
            <a:r>
              <a:rPr lang="de-DE" dirty="0"/>
              <a:t>Sechste Ebene</a:t>
            </a:r>
            <a:endParaRPr dirty="0"/>
          </a:p>
          <a:p>
            <a:pPr lvl="6">
              <a:defRPr/>
            </a:pPr>
            <a:r>
              <a:rPr lang="de-DE" dirty="0"/>
              <a:t>Siebte Ebene</a:t>
            </a:r>
            <a:endParaRPr dirty="0"/>
          </a:p>
          <a:p>
            <a:pPr lvl="7">
              <a:defRPr/>
            </a:pPr>
            <a:r>
              <a:rPr lang="de-DE" dirty="0"/>
              <a:t>Achte Ebene</a:t>
            </a:r>
            <a:endParaRPr dirty="0"/>
          </a:p>
          <a:p>
            <a:pPr lvl="8">
              <a:defRPr/>
            </a:pPr>
            <a:r>
              <a:rPr lang="de-DE" dirty="0"/>
              <a:t>Neunte Ebene</a:t>
            </a:r>
            <a:endParaRPr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406401" y="274365"/>
            <a:ext cx="7375299" cy="21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/>
              <a:buNone/>
              <a:defRPr sz="1000" b="1" spc="40">
                <a:solidFill>
                  <a:schemeClr val="tx1"/>
                </a:solidFill>
                <a:latin typeface="+mj-lt"/>
              </a:defRPr>
            </a:lvl1pPr>
            <a:lvl2pPr marL="0" algn="l">
              <a:lnSpc>
                <a:spcPct val="100000"/>
              </a:lnSpc>
              <a:spcBef>
                <a:spcPts val="0"/>
              </a:spcBef>
              <a:defRPr sz="1000" b="1" spc="40">
                <a:latin typeface="+mj-lt"/>
              </a:defRPr>
            </a:lvl2pPr>
            <a:lvl3pPr marL="0" algn="l">
              <a:lnSpc>
                <a:spcPct val="100000"/>
              </a:lnSpc>
              <a:spcBef>
                <a:spcPts val="0"/>
              </a:spcBef>
              <a:defRPr sz="1000" b="1" spc="40">
                <a:latin typeface="+mj-lt"/>
              </a:defRPr>
            </a:lvl3pPr>
            <a:lvl4pPr marL="0" algn="l">
              <a:lnSpc>
                <a:spcPct val="100000"/>
              </a:lnSpc>
              <a:spcBef>
                <a:spcPts val="0"/>
              </a:spcBef>
              <a:defRPr sz="1000" b="1" spc="40">
                <a:latin typeface="+mj-lt"/>
              </a:defRPr>
            </a:lvl4pPr>
            <a:lvl5pPr marL="0" algn="l">
              <a:lnSpc>
                <a:spcPct val="100000"/>
              </a:lnSpc>
              <a:spcBef>
                <a:spcPts val="0"/>
              </a:spcBef>
              <a:defRPr sz="1000" b="1" spc="40">
                <a:latin typeface="+mj-lt"/>
              </a:defRPr>
            </a:lvl5pPr>
            <a:lvl6pPr marL="0" algn="l">
              <a:lnSpc>
                <a:spcPct val="100000"/>
              </a:lnSpc>
              <a:spcBef>
                <a:spcPts val="0"/>
              </a:spcBef>
              <a:defRPr sz="1000" b="1" spc="40">
                <a:latin typeface="+mj-lt"/>
              </a:defRPr>
            </a:lvl6pPr>
            <a:lvl7pPr marL="0" algn="l">
              <a:lnSpc>
                <a:spcPct val="100000"/>
              </a:lnSpc>
              <a:spcBef>
                <a:spcPts val="0"/>
              </a:spcBef>
              <a:defRPr sz="1000" b="1" spc="40">
                <a:latin typeface="+mj-lt"/>
              </a:defRPr>
            </a:lvl7pPr>
            <a:lvl8pPr marL="0" algn="l">
              <a:lnSpc>
                <a:spcPct val="100000"/>
              </a:lnSpc>
              <a:spcBef>
                <a:spcPts val="0"/>
              </a:spcBef>
              <a:defRPr sz="1000" b="1" spc="40">
                <a:latin typeface="+mj-lt"/>
              </a:defRPr>
            </a:lvl8pPr>
            <a:lvl9pPr marL="0" algn="l">
              <a:lnSpc>
                <a:spcPct val="100000"/>
              </a:lnSpc>
              <a:spcBef>
                <a:spcPts val="0"/>
              </a:spcBef>
              <a:defRPr sz="1000" b="1" spc="40">
                <a:latin typeface="+mj-lt"/>
              </a:defRPr>
            </a:lvl9pPr>
          </a:lstStyle>
          <a:p>
            <a:pPr>
              <a:defRPr/>
            </a:pPr>
            <a:r>
              <a:rPr lang="de-DE"/>
              <a:t>Campus Sontheim</a:t>
            </a:r>
            <a:endParaRPr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6401" y="6515213"/>
            <a:ext cx="7375299" cy="21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/>
              <a:buNone/>
              <a:defRPr sz="1000" b="0" spc="40">
                <a:solidFill>
                  <a:schemeClr val="tx1"/>
                </a:solidFill>
                <a:latin typeface="+mn-lt"/>
              </a:defRPr>
            </a:lvl1pPr>
            <a:lvl2pPr marL="0" algn="l">
              <a:lnSpc>
                <a:spcPct val="100000"/>
              </a:lnSpc>
              <a:spcBef>
                <a:spcPts val="0"/>
              </a:spcBef>
              <a:defRPr sz="1000" b="0" spc="40">
                <a:latin typeface="+mn-lt"/>
              </a:defRPr>
            </a:lvl2pPr>
            <a:lvl3pPr marL="0" algn="l">
              <a:lnSpc>
                <a:spcPct val="100000"/>
              </a:lnSpc>
              <a:spcBef>
                <a:spcPts val="0"/>
              </a:spcBef>
              <a:defRPr sz="1000" b="0" spc="40">
                <a:latin typeface="+mn-lt"/>
              </a:defRPr>
            </a:lvl3pPr>
            <a:lvl4pPr marL="0" algn="l">
              <a:lnSpc>
                <a:spcPct val="100000"/>
              </a:lnSpc>
              <a:spcBef>
                <a:spcPts val="0"/>
              </a:spcBef>
              <a:defRPr sz="1000" b="0" spc="40">
                <a:latin typeface="+mn-lt"/>
              </a:defRPr>
            </a:lvl4pPr>
            <a:lvl5pPr marL="0" algn="l">
              <a:lnSpc>
                <a:spcPct val="100000"/>
              </a:lnSpc>
              <a:spcBef>
                <a:spcPts val="0"/>
              </a:spcBef>
              <a:defRPr sz="1000" b="0" spc="40">
                <a:latin typeface="+mn-lt"/>
              </a:defRPr>
            </a:lvl5pPr>
            <a:lvl6pPr marL="0" algn="l">
              <a:lnSpc>
                <a:spcPct val="100000"/>
              </a:lnSpc>
              <a:spcBef>
                <a:spcPts val="0"/>
              </a:spcBef>
              <a:defRPr sz="1000" b="0" spc="40">
                <a:latin typeface="+mn-lt"/>
              </a:defRPr>
            </a:lvl6pPr>
            <a:lvl7pPr marL="0" algn="l">
              <a:lnSpc>
                <a:spcPct val="100000"/>
              </a:lnSpc>
              <a:spcBef>
                <a:spcPts val="0"/>
              </a:spcBef>
              <a:defRPr sz="1000" b="0" spc="40">
                <a:latin typeface="+mn-lt"/>
              </a:defRPr>
            </a:lvl7pPr>
            <a:lvl8pPr marL="0" algn="l">
              <a:lnSpc>
                <a:spcPct val="100000"/>
              </a:lnSpc>
              <a:spcBef>
                <a:spcPts val="0"/>
              </a:spcBef>
              <a:defRPr sz="1000" b="0" spc="40">
                <a:latin typeface="+mn-lt"/>
              </a:defRPr>
            </a:lvl8pPr>
            <a:lvl9pPr marL="0" algn="l">
              <a:lnSpc>
                <a:spcPct val="100000"/>
              </a:lnSpc>
              <a:spcBef>
                <a:spcPts val="0"/>
              </a:spcBef>
              <a:defRPr sz="1000" b="0" spc="40">
                <a:latin typeface="+mn-lt"/>
              </a:defRPr>
            </a:lvl9pPr>
          </a:lstStyle>
          <a:p>
            <a:pPr>
              <a:defRPr/>
            </a:pPr>
            <a:r>
              <a:rPr lang="de-DE" dirty="0"/>
              <a:t>Systems Engineering Management |   Automotive Systems Engineering HHN   |   WS23/24</a:t>
            </a:r>
          </a:p>
          <a:p>
            <a:pPr>
              <a:defRPr/>
            </a:pP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9883778" y="6515213"/>
            <a:ext cx="1899711" cy="21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/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2pPr>
            <a:lvl3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3pPr>
            <a:lvl4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4pPr>
            <a:lvl5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5pPr>
            <a:lvl6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6pPr>
            <a:lvl7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7pPr>
            <a:lvl8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8pPr>
            <a:lvl9pPr marL="0" algn="r">
              <a:lnSpc>
                <a:spcPct val="100000"/>
              </a:lnSpc>
              <a:spcBef>
                <a:spcPts val="0"/>
              </a:spcBef>
              <a:defRPr sz="1000" b="0">
                <a:latin typeface="+mn-lt"/>
              </a:defRPr>
            </a:lvl9pPr>
          </a:lstStyle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/>
              <a:t>‹Nr.›</a:t>
            </a:fld>
            <a:endParaRPr lang="de-DE"/>
          </a:p>
        </p:txBody>
      </p:sp>
      <p:pic>
        <p:nvPicPr>
          <p:cNvPr id="22" name="Logo HHN"/>
          <p:cNvPicPr>
            <a:picLocks noChangeAspect="1"/>
          </p:cNvPicPr>
          <p:nvPr/>
        </p:nvPicPr>
        <p:blipFill>
          <a:blip r:embed="rId17"/>
          <a:stretch/>
        </p:blipFill>
        <p:spPr bwMode="auto">
          <a:xfrm>
            <a:off x="10359513" y="307131"/>
            <a:ext cx="1423970" cy="480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/>
  <p:txStyles>
    <p:titleStyle>
      <a:lvl1pPr marL="0" indent="0" algn="l" defTabSz="914407">
        <a:lnSpc>
          <a:spcPct val="94000"/>
        </a:lnSpc>
        <a:spcBef>
          <a:spcPts val="0"/>
        </a:spcBef>
        <a:buFont typeface="Arial"/>
        <a:buNone/>
        <a:defRPr sz="3000" b="1" cap="all" spc="12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7">
        <a:lnSpc>
          <a:spcPct val="105000"/>
        </a:lnSpc>
        <a:spcBef>
          <a:spcPts val="0"/>
        </a:spcBef>
        <a:spcAft>
          <a:spcPts val="1999"/>
        </a:spcAft>
        <a:buFont typeface="Arial"/>
        <a:buNone/>
        <a:tabLst>
          <a:tab pos="288003" algn="l"/>
          <a:tab pos="792005" algn="l"/>
        </a:tabLst>
        <a:defRPr sz="2200" b="0">
          <a:solidFill>
            <a:schemeClr val="tx1"/>
          </a:solidFill>
          <a:latin typeface="+mn-lt"/>
          <a:ea typeface="+mn-ea"/>
          <a:cs typeface="+mn-cs"/>
        </a:defRPr>
      </a:lvl1pPr>
      <a:lvl2pPr marL="288003" indent="-288003" algn="l" defTabSz="914407">
        <a:lnSpc>
          <a:spcPct val="105000"/>
        </a:lnSpc>
        <a:spcBef>
          <a:spcPts val="599"/>
        </a:spcBef>
        <a:buClr>
          <a:schemeClr val="accent1"/>
        </a:buClr>
        <a:buFont typeface="Arial"/>
        <a:buChar char="&gt;"/>
        <a:tabLst>
          <a:tab pos="288003" algn="l"/>
          <a:tab pos="792005" algn="l"/>
        </a:tabLst>
        <a:defRPr sz="2200" b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7">
        <a:lnSpc>
          <a:spcPct val="108000"/>
        </a:lnSpc>
        <a:spcBef>
          <a:spcPts val="0"/>
        </a:spcBef>
        <a:spcAft>
          <a:spcPts val="0"/>
        </a:spcAft>
        <a:buFont typeface="Arial"/>
        <a:buNone/>
        <a:tabLst>
          <a:tab pos="288003" algn="l"/>
          <a:tab pos="792005" algn="l"/>
        </a:tabLst>
        <a:defRPr sz="2000" b="0">
          <a:solidFill>
            <a:schemeClr val="accent1"/>
          </a:solidFill>
          <a:latin typeface="+mn-lt"/>
          <a:ea typeface="+mn-ea"/>
          <a:cs typeface="+mn-cs"/>
        </a:defRPr>
      </a:lvl3pPr>
      <a:lvl4pPr marL="288003" indent="0" algn="l" defTabSz="914407">
        <a:lnSpc>
          <a:spcPct val="108000"/>
        </a:lnSpc>
        <a:spcBef>
          <a:spcPts val="1300"/>
        </a:spcBef>
        <a:spcAft>
          <a:spcPts val="0"/>
        </a:spcAft>
        <a:buFont typeface="Arial"/>
        <a:buNone/>
        <a:tabLst>
          <a:tab pos="288003" algn="l"/>
          <a:tab pos="792005" algn="l"/>
        </a:tabLst>
        <a:defRPr sz="2000" b="1">
          <a:solidFill>
            <a:schemeClr val="tx1"/>
          </a:solidFill>
          <a:latin typeface="+mj-lt"/>
          <a:ea typeface="+mn-ea"/>
          <a:cs typeface="+mn-cs"/>
        </a:defRPr>
      </a:lvl4pPr>
      <a:lvl5pPr marL="288003" indent="-288003" algn="l" defTabSz="914407">
        <a:lnSpc>
          <a:spcPct val="108000"/>
        </a:lnSpc>
        <a:spcBef>
          <a:spcPts val="0"/>
        </a:spcBef>
        <a:spcAft>
          <a:spcPts val="0"/>
        </a:spcAft>
        <a:buClr>
          <a:schemeClr val="accent1"/>
        </a:buClr>
        <a:buFont typeface="Arial"/>
        <a:buChar char="&gt;"/>
        <a:tabLst>
          <a:tab pos="288003" algn="l"/>
          <a:tab pos="792005" algn="l"/>
        </a:tabLst>
        <a:defRPr sz="2000" b="0">
          <a:solidFill>
            <a:schemeClr val="tx1"/>
          </a:solidFill>
          <a:latin typeface="+mn-lt"/>
          <a:ea typeface="+mn-ea"/>
          <a:cs typeface="+mn-cs"/>
        </a:defRPr>
      </a:lvl5pPr>
      <a:lvl6pPr marL="504004" indent="-216001" algn="l" defTabSz="914407">
        <a:lnSpc>
          <a:spcPct val="108000"/>
        </a:lnSpc>
        <a:spcBef>
          <a:spcPts val="0"/>
        </a:spcBef>
        <a:spcAft>
          <a:spcPts val="0"/>
        </a:spcAft>
        <a:buFont typeface="Wingdings"/>
        <a:buChar char=""/>
        <a:tabLst>
          <a:tab pos="288003" algn="l"/>
          <a:tab pos="792005" algn="l"/>
        </a:tabLst>
        <a:defRPr sz="2000" b="0">
          <a:solidFill>
            <a:schemeClr val="tx1"/>
          </a:solidFill>
          <a:latin typeface="+mn-lt"/>
          <a:ea typeface="+mn-ea"/>
          <a:cs typeface="+mn-cs"/>
        </a:defRPr>
      </a:lvl6pPr>
      <a:lvl7pPr marL="288003" indent="-288003" algn="l" defTabSz="914407">
        <a:lnSpc>
          <a:spcPct val="108000"/>
        </a:lnSpc>
        <a:spcBef>
          <a:spcPts val="0"/>
        </a:spcBef>
        <a:spcAft>
          <a:spcPts val="0"/>
        </a:spcAft>
        <a:buFont typeface="+mj-lt"/>
        <a:buAutoNum type="arabicPeriod"/>
        <a:tabLst>
          <a:tab pos="288003" algn="l"/>
          <a:tab pos="792005" algn="l"/>
        </a:tabLst>
        <a:defRPr sz="2000" b="0">
          <a:solidFill>
            <a:schemeClr val="tx1"/>
          </a:solidFill>
          <a:latin typeface="+mn-lt"/>
          <a:ea typeface="+mn-ea"/>
          <a:cs typeface="+mn-cs"/>
        </a:defRPr>
      </a:lvl7pPr>
      <a:lvl8pPr marL="288003" indent="0" algn="l" defTabSz="914407">
        <a:lnSpc>
          <a:spcPct val="108000"/>
        </a:lnSpc>
        <a:spcBef>
          <a:spcPts val="0"/>
        </a:spcBef>
        <a:spcAft>
          <a:spcPts val="0"/>
        </a:spcAft>
        <a:buFont typeface="Arial"/>
        <a:buNone/>
        <a:tabLst>
          <a:tab pos="288003" algn="l"/>
          <a:tab pos="792005" algn="l"/>
        </a:tabLst>
        <a:defRPr sz="2000" b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7">
        <a:lnSpc>
          <a:spcPct val="108000"/>
        </a:lnSpc>
        <a:spcBef>
          <a:spcPts val="0"/>
        </a:spcBef>
        <a:spcAft>
          <a:spcPts val="0"/>
        </a:spcAft>
        <a:buFont typeface="Arial"/>
        <a:buNone/>
        <a:tabLst>
          <a:tab pos="288003" algn="l"/>
          <a:tab pos="792005" algn="l"/>
        </a:tabLst>
        <a:defRPr sz="2000" b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7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3" algn="l" defTabSz="914407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7" algn="l" defTabSz="914407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10" algn="l" defTabSz="914407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13" algn="l" defTabSz="914407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17" algn="l" defTabSz="914407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20" algn="l" defTabSz="914407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24" algn="l" defTabSz="914407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27" algn="l" defTabSz="914407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000DB1F2-0AE0-94FA-0472-18598984FF7C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A0F667E-E32B-0BB5-A9BD-8A0DE2C02A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64D300-9D4D-0CB5-B80C-F2D6F45AD70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Labor Elektronische Systeme | Automotive Systems Engineering |  SS 2023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4B4BD7C-26A6-8E91-1584-F2F481914B2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1</a:t>
            </a:fld>
            <a:endParaRPr lang="de-DE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4306490E-974A-457A-2225-87B89D12E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7" name="Vertikaler Textplatzhalter 6">
            <a:extLst>
              <a:ext uri="{FF2B5EF4-FFF2-40B4-BE49-F238E27FC236}">
                <a16:creationId xmlns:a16="http://schemas.microsoft.com/office/drawing/2014/main" id="{97D6974A-CF9D-E8AB-0562-065B3A50CC03}"/>
              </a:ext>
            </a:extLst>
          </p:cNvPr>
          <p:cNvSpPr>
            <a:spLocks noGrp="1"/>
          </p:cNvSpPr>
          <p:nvPr>
            <p:ph type="body" orient="vert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Vertikaler Textplatzhalter 7">
            <a:extLst>
              <a:ext uri="{FF2B5EF4-FFF2-40B4-BE49-F238E27FC236}">
                <a16:creationId xmlns:a16="http://schemas.microsoft.com/office/drawing/2014/main" id="{31CFA1F8-9BA0-3AC6-8C0B-39B8807EC2E5}"/>
              </a:ext>
            </a:extLst>
          </p:cNvPr>
          <p:cNvSpPr>
            <a:spLocks noGrp="1"/>
          </p:cNvSpPr>
          <p:nvPr>
            <p:ph type="body" orient="vert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Vertikaler Textplatzhalter 8">
            <a:extLst>
              <a:ext uri="{FF2B5EF4-FFF2-40B4-BE49-F238E27FC236}">
                <a16:creationId xmlns:a16="http://schemas.microsoft.com/office/drawing/2014/main" id="{4C4C5B4F-DAE4-6E6F-081C-4C1DACDE69AE}"/>
              </a:ext>
            </a:extLst>
          </p:cNvPr>
          <p:cNvSpPr>
            <a:spLocks noGrp="1"/>
          </p:cNvSpPr>
          <p:nvPr>
            <p:ph type="body" orient="vert" idx="2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7427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F14786C-336F-BE29-1C3C-762A0F7AD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52783DE-E67C-50D6-7DAD-22A2CC064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Systems Engineering Management |   Automotive Systems Engineering HHN   |   WS23/24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CC2A17C-EA7E-E724-B96D-C11287537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2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25309719-9E04-16BA-1447-EFA3C663E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B2F096B-D306-4D40-549F-312BE9C5AF0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Project </a:t>
            </a:r>
            <a:r>
              <a:rPr lang="de-DE" dirty="0" err="1"/>
              <a:t>description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Challenges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Project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err="1"/>
              <a:t>Process</a:t>
            </a:r>
            <a:r>
              <a:rPr lang="de-DE" dirty="0"/>
              <a:t> </a:t>
            </a:r>
            <a:r>
              <a:rPr lang="de-DE" dirty="0" err="1"/>
              <a:t>description</a:t>
            </a:r>
            <a:endParaRPr lang="de-D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Demo-picture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Demo-live</a:t>
            </a:r>
          </a:p>
        </p:txBody>
      </p:sp>
    </p:spTree>
    <p:extLst>
      <p:ext uri="{BB962C8B-B14F-4D97-AF65-F5344CB8AC3E}">
        <p14:creationId xmlns:p14="http://schemas.microsoft.com/office/powerpoint/2010/main" val="1966849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744BCDF-56E2-6206-B0E5-5AEDAFC9F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78BAC48-D40B-166E-D4C1-064D9C4B4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Systems Engineering Management |   Automotive Systems Engineering HHN   |   WS23/24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6A998F-925E-76E4-4B16-FE72311E2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3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AC84E6A-5F31-0E03-0237-3D395AF75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description</a:t>
            </a:r>
            <a:br>
              <a:rPr lang="de-DE" dirty="0"/>
            </a:b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46DE176-A64B-4B79-8994-AB199D246C9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6405" y="2033591"/>
            <a:ext cx="5689595" cy="4210049"/>
          </a:xfrm>
        </p:spPr>
        <p:txBody>
          <a:bodyPr/>
          <a:lstStyle/>
          <a:p>
            <a:r>
              <a:rPr lang="en-US" dirty="0"/>
              <a:t>The aim is to recognize the 9 </a:t>
            </a:r>
            <a:r>
              <a:rPr lang="en-US" dirty="0" err="1"/>
              <a:t>coloured</a:t>
            </a:r>
            <a:r>
              <a:rPr lang="en-US" dirty="0"/>
              <a:t> squares of a Rubik's cube under different lighting conditions</a:t>
            </a:r>
            <a:endParaRPr lang="de-DE" dirty="0"/>
          </a:p>
        </p:txBody>
      </p: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7B7069AF-22B4-9436-C5E8-E05FDC91174E}"/>
              </a:ext>
            </a:extLst>
          </p:cNvPr>
          <p:cNvSpPr txBox="1">
            <a:spLocks/>
          </p:cNvSpPr>
          <p:nvPr/>
        </p:nvSpPr>
        <p:spPr bwMode="auto">
          <a:xfrm>
            <a:off x="6094947" y="2033590"/>
            <a:ext cx="5689595" cy="421004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407">
              <a:lnSpc>
                <a:spcPct val="105000"/>
              </a:lnSpc>
              <a:spcBef>
                <a:spcPts val="0"/>
              </a:spcBef>
              <a:spcAft>
                <a:spcPts val="1999"/>
              </a:spcAft>
              <a:buFont typeface="Arial"/>
              <a:buNone/>
              <a:tabLst>
                <a:tab pos="288003" algn="l"/>
                <a:tab pos="792005" algn="l"/>
              </a:tabLst>
              <a:defRPr sz="2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8003" indent="-288003" algn="l" defTabSz="914407">
              <a:lnSpc>
                <a:spcPct val="105000"/>
              </a:lnSpc>
              <a:spcBef>
                <a:spcPts val="599"/>
              </a:spcBef>
              <a:buClr>
                <a:schemeClr val="accent1"/>
              </a:buClr>
              <a:buFont typeface="Arial"/>
              <a:buChar char="&gt;"/>
              <a:tabLst>
                <a:tab pos="288003" algn="l"/>
                <a:tab pos="792005" algn="l"/>
              </a:tabLst>
              <a:defRPr sz="2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7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tabLst>
                <a:tab pos="288003" algn="l"/>
                <a:tab pos="792005" algn="l"/>
              </a:tabLst>
              <a:defRPr sz="2000" b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288003" indent="0" algn="l" defTabSz="914407">
              <a:lnSpc>
                <a:spcPct val="108000"/>
              </a:lnSpc>
              <a:spcBef>
                <a:spcPts val="1300"/>
              </a:spcBef>
              <a:spcAft>
                <a:spcPts val="0"/>
              </a:spcAft>
              <a:buFont typeface="Arial"/>
              <a:buNone/>
              <a:tabLst>
                <a:tab pos="288003" algn="l"/>
                <a:tab pos="792005" algn="l"/>
              </a:tabLst>
              <a:defRPr sz="2000" b="1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88003" indent="-288003" algn="l" defTabSz="914407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Char char="&gt;"/>
              <a:tabLst>
                <a:tab pos="288003" algn="l"/>
                <a:tab pos="792005" algn="l"/>
              </a:tabLst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4004" indent="-216001" algn="l" defTabSz="914407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Wingdings"/>
              <a:buChar char=""/>
              <a:tabLst>
                <a:tab pos="288003" algn="l"/>
                <a:tab pos="792005" algn="l"/>
              </a:tabLst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8003" indent="-288003" algn="l" defTabSz="914407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288003" algn="l"/>
                <a:tab pos="792005" algn="l"/>
              </a:tabLst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8003" indent="0" algn="l" defTabSz="914407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tabLst>
                <a:tab pos="288003" algn="l"/>
                <a:tab pos="792005" algn="l"/>
              </a:tabLst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7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tabLst>
                <a:tab pos="288003" algn="l"/>
                <a:tab pos="792005" algn="l"/>
              </a:tabLst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Experimental </a:t>
            </a:r>
            <a:r>
              <a:rPr lang="de-DE" dirty="0" err="1"/>
              <a:t>setup</a:t>
            </a:r>
            <a:r>
              <a:rPr lang="de-DE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 err="1"/>
              <a:t>Rubikscube</a:t>
            </a:r>
            <a:r>
              <a:rPr lang="de-DE" dirty="0"/>
              <a:t> in </a:t>
            </a:r>
            <a:r>
              <a:rPr lang="de-DE" dirty="0" err="1"/>
              <a:t>grey</a:t>
            </a:r>
            <a:r>
              <a:rPr lang="de-DE" dirty="0"/>
              <a:t> socket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LED-</a:t>
            </a:r>
            <a:r>
              <a:rPr lang="de-DE" dirty="0" err="1"/>
              <a:t>Lightsource</a:t>
            </a:r>
            <a:endParaRPr lang="de-DE" dirty="0"/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Webcam</a:t>
            </a:r>
          </a:p>
        </p:txBody>
      </p:sp>
    </p:spTree>
    <p:extLst>
      <p:ext uri="{BB962C8B-B14F-4D97-AF65-F5344CB8AC3E}">
        <p14:creationId xmlns:p14="http://schemas.microsoft.com/office/powerpoint/2010/main" val="500296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DBE5E7D-EFAB-E715-864A-E749F76F8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B8E1349-804E-6989-BDE6-562809382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Systems Engineering Management |   Automotive Systems Engineering HHN   |   WS23/24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F5DC5DF-2EBF-5880-C696-A25CBD378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4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0F91674-104E-5C53-0E82-E514FAECD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HErausforderungen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8A33D61-1EA4-E58F-F80C-DFBA92FF0DE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06405" y="2033591"/>
            <a:ext cx="5689595" cy="4210049"/>
          </a:xfrm>
        </p:spPr>
        <p:txBody>
          <a:bodyPr/>
          <a:lstStyle/>
          <a:p>
            <a:r>
              <a:rPr lang="de-DE" dirty="0"/>
              <a:t>Due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smoth</a:t>
            </a:r>
            <a:r>
              <a:rPr lang="de-DE" dirty="0"/>
              <a:t> </a:t>
            </a:r>
            <a:r>
              <a:rPr lang="de-DE" dirty="0" err="1"/>
              <a:t>surface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cube</a:t>
            </a:r>
            <a:r>
              <a:rPr lang="de-DE" dirty="0"/>
              <a:t> </a:t>
            </a:r>
            <a:r>
              <a:rPr lang="de-DE" dirty="0" err="1"/>
              <a:t>there</a:t>
            </a:r>
            <a:r>
              <a:rPr lang="de-DE" dirty="0"/>
              <a:t> a </a:t>
            </a:r>
            <a:r>
              <a:rPr lang="de-DE" dirty="0" err="1"/>
              <a:t>many</a:t>
            </a:r>
            <a:r>
              <a:rPr lang="de-DE" dirty="0"/>
              <a:t> </a:t>
            </a:r>
            <a:r>
              <a:rPr lang="de-DE" dirty="0" err="1"/>
              <a:t>reflections</a:t>
            </a:r>
            <a:endParaRPr lang="de-DE" dirty="0"/>
          </a:p>
          <a:p>
            <a:r>
              <a:rPr lang="de-DE" dirty="0"/>
              <a:t>The </a:t>
            </a:r>
            <a:r>
              <a:rPr lang="de-DE" dirty="0" err="1"/>
              <a:t>webcam</a:t>
            </a:r>
            <a:r>
              <a:rPr lang="de-DE" dirty="0"/>
              <a:t> </a:t>
            </a:r>
            <a:r>
              <a:rPr lang="de-DE" dirty="0" err="1"/>
              <a:t>isn‘t</a:t>
            </a:r>
            <a:r>
              <a:rPr lang="de-DE" dirty="0"/>
              <a:t> </a:t>
            </a:r>
            <a:r>
              <a:rPr lang="de-DE" dirty="0" err="1"/>
              <a:t>mounted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center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LED Circle </a:t>
            </a:r>
            <a:r>
              <a:rPr lang="de-DE" dirty="0" err="1"/>
              <a:t>which</a:t>
            </a:r>
            <a:r>
              <a:rPr lang="de-DE" dirty="0"/>
              <a:t> </a:t>
            </a:r>
            <a:r>
              <a:rPr lang="de-DE" dirty="0" err="1"/>
              <a:t>interfers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exposure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05867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867401F-005C-1214-FC8D-809CD9D2F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DFFCF3E-31FC-EEC9-7C25-8F6F6201F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Systems Engineering Management |   Automotive Systems Engineering HHN   |   WS23/24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31C8E6B-38C8-5DFA-1E9A-69C89B4A4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5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F771F175-58DA-2A7F-93C1-39D199EA9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Process</a:t>
            </a:r>
            <a:r>
              <a:rPr lang="de-DE" dirty="0"/>
              <a:t> </a:t>
            </a:r>
            <a:r>
              <a:rPr lang="de-DE" dirty="0" err="1"/>
              <a:t>descritption</a:t>
            </a:r>
            <a:r>
              <a:rPr lang="de-DE" dirty="0"/>
              <a:t> - Flow Diagramm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616378E8-EB8C-ADA3-3DBA-892DBB089734}"/>
              </a:ext>
            </a:extLst>
          </p:cNvPr>
          <p:cNvSpPr/>
          <p:nvPr/>
        </p:nvSpPr>
        <p:spPr bwMode="auto">
          <a:xfrm>
            <a:off x="27939" y="3141997"/>
            <a:ext cx="1249679" cy="88792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Read in Picture/ Frame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3863D028-EAEF-48F2-D74F-D0F53D0DF707}"/>
              </a:ext>
            </a:extLst>
          </p:cNvPr>
          <p:cNvSpPr/>
          <p:nvPr/>
        </p:nvSpPr>
        <p:spPr bwMode="auto">
          <a:xfrm>
            <a:off x="10469886" y="3142586"/>
            <a:ext cx="1249680" cy="88792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/>
              <a:t>Vizualize</a:t>
            </a:r>
            <a:r>
              <a:rPr lang="de-DE" sz="1200" dirty="0"/>
              <a:t> </a:t>
            </a:r>
            <a:r>
              <a:rPr lang="de-DE" sz="1200" dirty="0" err="1"/>
              <a:t>results</a:t>
            </a:r>
            <a:endParaRPr lang="de-DE" sz="1200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097EF483-A10A-66D8-96F9-87F93380FDB0}"/>
              </a:ext>
            </a:extLst>
          </p:cNvPr>
          <p:cNvSpPr/>
          <p:nvPr/>
        </p:nvSpPr>
        <p:spPr bwMode="auto">
          <a:xfrm>
            <a:off x="1544319" y="3201929"/>
            <a:ext cx="1173480" cy="82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Find </a:t>
            </a:r>
            <a:r>
              <a:rPr lang="de-DE" sz="1200" dirty="0" err="1"/>
              <a:t>grey</a:t>
            </a:r>
            <a:r>
              <a:rPr lang="de-DE" sz="1200" dirty="0"/>
              <a:t> box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3066630-945C-6310-25B7-94F3BA700788}"/>
              </a:ext>
            </a:extLst>
          </p:cNvPr>
          <p:cNvSpPr/>
          <p:nvPr/>
        </p:nvSpPr>
        <p:spPr bwMode="auto">
          <a:xfrm>
            <a:off x="2984500" y="3201925"/>
            <a:ext cx="1173480" cy="82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/>
              <a:t>Crop</a:t>
            </a:r>
            <a:r>
              <a:rPr lang="de-DE" sz="1200" dirty="0"/>
              <a:t> </a:t>
            </a:r>
            <a:r>
              <a:rPr lang="de-DE" sz="1200" dirty="0" err="1"/>
              <a:t>picture</a:t>
            </a:r>
            <a:r>
              <a:rPr lang="de-DE" sz="1200" dirty="0"/>
              <a:t> </a:t>
            </a:r>
            <a:r>
              <a:rPr lang="de-DE" sz="1200" dirty="0" err="1"/>
              <a:t>to</a:t>
            </a:r>
            <a:r>
              <a:rPr lang="de-DE" sz="1200" dirty="0"/>
              <a:t> </a:t>
            </a:r>
            <a:r>
              <a:rPr lang="de-DE" sz="1200" dirty="0" err="1"/>
              <a:t>grey</a:t>
            </a:r>
            <a:r>
              <a:rPr lang="de-DE" sz="1200" dirty="0"/>
              <a:t> box (ROI)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007C83F-DDCB-FD8E-9759-C2298255786B}"/>
              </a:ext>
            </a:extLst>
          </p:cNvPr>
          <p:cNvSpPr/>
          <p:nvPr/>
        </p:nvSpPr>
        <p:spPr bwMode="auto">
          <a:xfrm>
            <a:off x="4424681" y="3201924"/>
            <a:ext cx="1173480" cy="82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Color </a:t>
            </a:r>
            <a:r>
              <a:rPr lang="de-DE" sz="1200" dirty="0" err="1"/>
              <a:t>correction</a:t>
            </a:r>
            <a:endParaRPr lang="de-DE" sz="1200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03A53535-A0C6-EF8E-3C9E-D74CE181D41C}"/>
              </a:ext>
            </a:extLst>
          </p:cNvPr>
          <p:cNvSpPr/>
          <p:nvPr/>
        </p:nvSpPr>
        <p:spPr bwMode="auto">
          <a:xfrm>
            <a:off x="5356860" y="2148508"/>
            <a:ext cx="1173480" cy="82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Find </a:t>
            </a:r>
            <a:r>
              <a:rPr lang="en-US" sz="1200" dirty="0"/>
              <a:t>segments</a:t>
            </a:r>
            <a:r>
              <a:rPr lang="de-DE" sz="1200" dirty="0"/>
              <a:t> </a:t>
            </a:r>
            <a:r>
              <a:rPr lang="de-DE" sz="1200" dirty="0" err="1"/>
              <a:t>with</a:t>
            </a:r>
            <a:r>
              <a:rPr lang="de-DE" sz="1200" dirty="0"/>
              <a:t> Edge Detektion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21B7708-4801-4A52-2FC9-129FEE871550}"/>
              </a:ext>
            </a:extLst>
          </p:cNvPr>
          <p:cNvSpPr/>
          <p:nvPr/>
        </p:nvSpPr>
        <p:spPr bwMode="auto">
          <a:xfrm>
            <a:off x="5356860" y="4255340"/>
            <a:ext cx="1173480" cy="82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Find </a:t>
            </a:r>
            <a:r>
              <a:rPr lang="de-DE" sz="1200" dirty="0" err="1"/>
              <a:t>segments</a:t>
            </a:r>
            <a:r>
              <a:rPr lang="de-DE" sz="1200" dirty="0"/>
              <a:t> </a:t>
            </a:r>
            <a:r>
              <a:rPr lang="de-DE" sz="1200" dirty="0" err="1"/>
              <a:t>with</a:t>
            </a:r>
            <a:r>
              <a:rPr lang="de-DE" sz="1200" dirty="0"/>
              <a:t> </a:t>
            </a:r>
            <a:r>
              <a:rPr lang="de-DE" sz="1200" dirty="0" err="1"/>
              <a:t>color</a:t>
            </a:r>
            <a:r>
              <a:rPr lang="de-DE" sz="1200" dirty="0"/>
              <a:t> </a:t>
            </a:r>
            <a:r>
              <a:rPr lang="de-DE" sz="1200" dirty="0" err="1"/>
              <a:t>filter</a:t>
            </a:r>
            <a:endParaRPr lang="de-DE" sz="1200" dirty="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93E31C1E-C7BF-9828-063C-ACB3DD020BF1}"/>
              </a:ext>
            </a:extLst>
          </p:cNvPr>
          <p:cNvSpPr/>
          <p:nvPr/>
        </p:nvSpPr>
        <p:spPr bwMode="auto">
          <a:xfrm>
            <a:off x="6149343" y="3201923"/>
            <a:ext cx="1173480" cy="82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/>
              <a:t>Merging</a:t>
            </a:r>
            <a:r>
              <a:rPr lang="de-DE" sz="1200" dirty="0"/>
              <a:t> </a:t>
            </a:r>
            <a:r>
              <a:rPr lang="de-DE" sz="1200" dirty="0" err="1"/>
              <a:t>of</a:t>
            </a:r>
            <a:r>
              <a:rPr lang="de-DE" sz="1200" dirty="0"/>
              <a:t> </a:t>
            </a:r>
            <a:r>
              <a:rPr lang="de-DE" sz="1200" dirty="0" err="1"/>
              <a:t>findings</a:t>
            </a:r>
            <a:endParaRPr lang="de-DE" sz="1200" dirty="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606FD3EF-CAEF-1340-F6ED-731FF450B8A2}"/>
              </a:ext>
            </a:extLst>
          </p:cNvPr>
          <p:cNvSpPr/>
          <p:nvPr/>
        </p:nvSpPr>
        <p:spPr bwMode="auto">
          <a:xfrm>
            <a:off x="7589524" y="3201923"/>
            <a:ext cx="1173480" cy="82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/>
              <a:t>Compensate</a:t>
            </a:r>
            <a:r>
              <a:rPr lang="de-DE" sz="1200" dirty="0"/>
              <a:t> not </a:t>
            </a:r>
            <a:r>
              <a:rPr lang="de-DE" sz="1200" dirty="0" err="1"/>
              <a:t>detected</a:t>
            </a:r>
            <a:r>
              <a:rPr lang="de-DE" sz="1200" dirty="0"/>
              <a:t> </a:t>
            </a:r>
            <a:r>
              <a:rPr lang="de-DE" sz="1200" dirty="0" err="1"/>
              <a:t>segments</a:t>
            </a:r>
            <a:r>
              <a:rPr lang="de-DE" sz="1200" dirty="0"/>
              <a:t> via </a:t>
            </a:r>
            <a:r>
              <a:rPr lang="de-DE" sz="1200" dirty="0" err="1"/>
              <a:t>geometry</a:t>
            </a:r>
            <a:endParaRPr lang="de-DE" sz="1200" dirty="0"/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90F51FBD-551F-0AB7-AEE6-EAA2A06EAF5B}"/>
              </a:ext>
            </a:extLst>
          </p:cNvPr>
          <p:cNvSpPr/>
          <p:nvPr/>
        </p:nvSpPr>
        <p:spPr bwMode="auto">
          <a:xfrm>
            <a:off x="9029705" y="3201922"/>
            <a:ext cx="1173480" cy="82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Add </a:t>
            </a:r>
            <a:r>
              <a:rPr lang="de-DE" sz="1200" dirty="0" err="1"/>
              <a:t>color</a:t>
            </a:r>
            <a:r>
              <a:rPr lang="de-DE" sz="1200" dirty="0"/>
              <a:t> </a:t>
            </a:r>
            <a:r>
              <a:rPr lang="de-DE" sz="1200" dirty="0" err="1"/>
              <a:t>information</a:t>
            </a:r>
            <a:r>
              <a:rPr lang="de-DE" sz="1200" dirty="0"/>
              <a:t> </a:t>
            </a:r>
            <a:r>
              <a:rPr lang="de-DE" sz="1200" dirty="0" err="1"/>
              <a:t>if</a:t>
            </a:r>
            <a:r>
              <a:rPr lang="de-DE" sz="1200" dirty="0"/>
              <a:t> </a:t>
            </a:r>
            <a:r>
              <a:rPr lang="de-DE" sz="1200" dirty="0" err="1"/>
              <a:t>needed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768484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96873A4-3B48-5F4A-8C70-9933AC45A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73EBD52-C745-CA91-A0C6-073C6B63C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Systems Engineering Management |   Automotive Systems Engineering HHN   |   WS23/24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4FC9A2-5BE3-BBD1-ABAD-B6809CB4E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6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D34E4AFC-6595-F388-E1FB-64ACDD864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Process</a:t>
            </a:r>
            <a:r>
              <a:rPr lang="de-DE" dirty="0"/>
              <a:t> Description – </a:t>
            </a:r>
            <a:r>
              <a:rPr lang="de-DE" dirty="0" err="1"/>
              <a:t>grey</a:t>
            </a:r>
            <a:r>
              <a:rPr lang="de-DE" dirty="0"/>
              <a:t> frame </a:t>
            </a:r>
            <a:r>
              <a:rPr lang="de-DE" dirty="0" err="1"/>
              <a:t>detection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4C78EFA-84AA-DCB4-C76B-68F2DA7E3C4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9602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CA17A-1822-CF4C-066F-2F141AC2F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09CE787-FD08-F6E2-3E69-7A59DE4DD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DA58967-5EF7-80F8-DDD8-4BBAE01EB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Systems Engineering Management |   Automotive Systems Engineering HHN   |   WS23/24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F2BF9F-9AC8-5188-2197-D23A0A460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7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0071C42-EC04-F767-EBA3-4DCF5E0F0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Process</a:t>
            </a:r>
            <a:r>
              <a:rPr lang="de-DE" dirty="0"/>
              <a:t> Description –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Correction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CF5D8D7-64D1-C8BE-01D2-97AAF4E5F8D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3744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AB924-40CF-ACA3-9BDC-026596999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BFECE3C-4F88-3558-A3C8-5CAFF3398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9A70751-DC2C-6193-8234-91455311F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Systems Engineering Management |   Automotive Systems Engineering HHN   |   WS23/24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8C09959-27D4-5EA9-FB55-1F1545DB2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8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80D558FC-E672-8013-945E-517FE62B9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Process</a:t>
            </a:r>
            <a:r>
              <a:rPr lang="de-DE" dirty="0"/>
              <a:t> Description – </a:t>
            </a:r>
            <a:r>
              <a:rPr lang="de-DE" dirty="0" err="1"/>
              <a:t>color</a:t>
            </a:r>
            <a:r>
              <a:rPr lang="de-DE" dirty="0"/>
              <a:t> </a:t>
            </a:r>
            <a:r>
              <a:rPr lang="de-DE" dirty="0" err="1"/>
              <a:t>filtering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D358F89-8312-F254-A50C-EA4B0F05F60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901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2E152-F2D2-B8A0-3F5F-37820B2C3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F5AFAD2-0963-70F5-4E53-A62A9E83B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7F04CF6-D327-6043-5CB3-BEA19E7B5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Systems Engineering Management |   Automotive Systems Engineering HHN   |   WS23/24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E3B3010-05D5-C01D-7771-36D5F63F9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9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D50F3045-E677-FCAF-4B48-A56673C6C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Process</a:t>
            </a:r>
            <a:r>
              <a:rPr lang="de-DE" dirty="0"/>
              <a:t> Description – Edge </a:t>
            </a:r>
            <a:r>
              <a:rPr lang="de-DE" dirty="0" err="1"/>
              <a:t>Filtering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AE34449-7C41-BBF4-FA46-69796CA89EA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1010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5BF3D-A210-5FCE-3CCC-05C56B89E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DD443C0-739A-4D9C-1253-E2E569411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664CCC7-FC7D-E43A-E70E-F3ED1AC5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Systems Engineering Management |   Automotive Systems Engineering HHN   |   WS23/24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2635F7A-A3C4-FB97-014D-9B21A6A32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10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34ACD81-3479-F125-3649-892704502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Process</a:t>
            </a:r>
            <a:r>
              <a:rPr lang="de-DE" dirty="0"/>
              <a:t> Description – </a:t>
            </a:r>
            <a:r>
              <a:rPr lang="de-DE" dirty="0" err="1"/>
              <a:t>Merging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results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9776260-445B-029C-76DD-83D706B9603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de-DE" dirty="0" err="1"/>
              <a:t>Iterate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grid</a:t>
            </a:r>
            <a:r>
              <a:rPr lang="de-DE" dirty="0"/>
              <a:t> </a:t>
            </a:r>
            <a:r>
              <a:rPr lang="de-DE" dirty="0" err="1"/>
              <a:t>positions</a:t>
            </a:r>
            <a:r>
              <a:rPr lang="de-DE" dirty="0"/>
              <a:t> and </a:t>
            </a:r>
            <a:r>
              <a:rPr lang="de-DE" dirty="0" err="1"/>
              <a:t>look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entries</a:t>
            </a:r>
            <a:r>
              <a:rPr lang="de-DE" dirty="0"/>
              <a:t> in </a:t>
            </a:r>
            <a:r>
              <a:rPr lang="de-DE" dirty="0" err="1"/>
              <a:t>dictionaries</a:t>
            </a:r>
            <a:endParaRPr lang="de-DE" dirty="0"/>
          </a:p>
          <a:p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grid</a:t>
            </a:r>
            <a:r>
              <a:rPr lang="de-DE" dirty="0"/>
              <a:t> </a:t>
            </a:r>
            <a:r>
              <a:rPr lang="de-DE" dirty="0" err="1"/>
              <a:t>position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available</a:t>
            </a:r>
            <a:r>
              <a:rPr lang="de-DE" dirty="0"/>
              <a:t> in </a:t>
            </a:r>
            <a:r>
              <a:rPr lang="de-DE" dirty="0" err="1"/>
              <a:t>both</a:t>
            </a:r>
            <a:r>
              <a:rPr lang="de-DE" dirty="0"/>
              <a:t> </a:t>
            </a:r>
            <a:r>
              <a:rPr lang="de-DE" dirty="0" err="1"/>
              <a:t>dicts</a:t>
            </a:r>
            <a:endParaRPr lang="de-DE" dirty="0"/>
          </a:p>
          <a:p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 err="1"/>
              <a:t>Merge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 </a:t>
            </a:r>
            <a:r>
              <a:rPr lang="de-DE" dirty="0" err="1"/>
              <a:t>factorized</a:t>
            </a:r>
            <a:r>
              <a:rPr lang="de-DE" dirty="0"/>
              <a:t> </a:t>
            </a:r>
            <a:r>
              <a:rPr lang="de-DE" dirty="0" err="1"/>
              <a:t>mean</a:t>
            </a:r>
            <a:endParaRPr lang="de-DE" dirty="0"/>
          </a:p>
          <a:p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grid</a:t>
            </a:r>
            <a:r>
              <a:rPr lang="de-DE" dirty="0"/>
              <a:t> </a:t>
            </a:r>
            <a:r>
              <a:rPr lang="de-DE" dirty="0" err="1"/>
              <a:t>position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available</a:t>
            </a:r>
            <a:r>
              <a:rPr lang="de-DE" dirty="0"/>
              <a:t> in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dict</a:t>
            </a:r>
            <a:endParaRPr lang="de-DE" dirty="0"/>
          </a:p>
          <a:p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Take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entry</a:t>
            </a:r>
            <a:endParaRPr lang="de-DE" dirty="0"/>
          </a:p>
          <a:p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grid</a:t>
            </a:r>
            <a:r>
              <a:rPr lang="de-DE" dirty="0"/>
              <a:t> </a:t>
            </a:r>
            <a:r>
              <a:rPr lang="de-DE" dirty="0" err="1"/>
              <a:t>position</a:t>
            </a:r>
            <a:r>
              <a:rPr lang="de-DE" dirty="0"/>
              <a:t> </a:t>
            </a:r>
            <a:r>
              <a:rPr lang="de-DE" dirty="0" err="1"/>
              <a:t>isn‘t</a:t>
            </a:r>
            <a:r>
              <a:rPr lang="de-DE" dirty="0"/>
              <a:t> </a:t>
            </a:r>
            <a:r>
              <a:rPr lang="de-DE" dirty="0" err="1"/>
              <a:t>available</a:t>
            </a:r>
            <a:r>
              <a:rPr lang="de-DE" dirty="0"/>
              <a:t> in </a:t>
            </a:r>
            <a:r>
              <a:rPr lang="de-DE" dirty="0" err="1"/>
              <a:t>any</a:t>
            </a:r>
            <a:r>
              <a:rPr lang="de-DE" dirty="0"/>
              <a:t> </a:t>
            </a:r>
            <a:r>
              <a:rPr lang="de-DE" dirty="0" err="1"/>
              <a:t>dict</a:t>
            </a:r>
            <a:endParaRPr lang="de-DE" dirty="0"/>
          </a:p>
          <a:p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 err="1"/>
              <a:t>compensate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geometry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7615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CCE20-D2B9-AEA4-2965-2A26452DD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59A2329-CD43-6319-7F04-112AD8BAD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0313F03-A8D4-CD79-36B6-CDB00B417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Systems Engineering Management |   Automotive Systems Engineering HHN   |   WS23/24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F4D873-290A-7F00-8F39-E33DA7DB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11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4115360E-FB70-9032-05E9-1DD63641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Process</a:t>
            </a:r>
            <a:r>
              <a:rPr lang="de-DE" dirty="0"/>
              <a:t> Description – </a:t>
            </a:r>
            <a:r>
              <a:rPr lang="de-DE" dirty="0" err="1"/>
              <a:t>compensation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2D45A6E-1665-61E6-21A1-37033EB8BF1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de-DE" dirty="0"/>
              <a:t>Mean x and y </a:t>
            </a:r>
            <a:r>
              <a:rPr lang="de-DE" dirty="0" err="1"/>
              <a:t>groups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three</a:t>
            </a:r>
            <a:r>
              <a:rPr lang="de-DE" dirty="0"/>
              <a:t> </a:t>
            </a:r>
            <a:r>
              <a:rPr lang="de-DE" dirty="0" err="1"/>
              <a:t>elements</a:t>
            </a:r>
            <a:r>
              <a:rPr lang="de-DE" dirty="0"/>
              <a:t> </a:t>
            </a:r>
            <a:r>
              <a:rPr lang="de-DE" dirty="0" err="1"/>
              <a:t>each</a:t>
            </a:r>
            <a:endParaRPr lang="de-DE" dirty="0"/>
          </a:p>
          <a:p>
            <a:r>
              <a:rPr lang="de-DE" dirty="0"/>
              <a:t>Look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missing</a:t>
            </a:r>
            <a:r>
              <a:rPr lang="de-DE" dirty="0"/>
              <a:t> </a:t>
            </a:r>
            <a:r>
              <a:rPr lang="de-DE" dirty="0" err="1"/>
              <a:t>grid</a:t>
            </a:r>
            <a:r>
              <a:rPr lang="de-DE" dirty="0"/>
              <a:t> </a:t>
            </a:r>
            <a:r>
              <a:rPr lang="de-DE" dirty="0" err="1"/>
              <a:t>position</a:t>
            </a:r>
            <a:r>
              <a:rPr lang="de-DE" dirty="0"/>
              <a:t> and </a:t>
            </a:r>
            <a:r>
              <a:rPr lang="de-DE" dirty="0" err="1"/>
              <a:t>create</a:t>
            </a:r>
            <a:r>
              <a:rPr lang="de-DE" dirty="0"/>
              <a:t> </a:t>
            </a:r>
            <a:r>
              <a:rPr lang="de-DE" dirty="0" err="1"/>
              <a:t>dict</a:t>
            </a:r>
            <a:r>
              <a:rPr lang="de-DE" dirty="0"/>
              <a:t> </a:t>
            </a:r>
            <a:r>
              <a:rPr lang="de-DE" dirty="0" err="1"/>
              <a:t>entry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</a:t>
            </a:r>
            <a:r>
              <a:rPr lang="de-DE" dirty="0" err="1"/>
              <a:t>centre</a:t>
            </a:r>
            <a:r>
              <a:rPr lang="de-DE" dirty="0"/>
              <a:t> </a:t>
            </a:r>
            <a:r>
              <a:rPr lang="de-DE" dirty="0" err="1"/>
              <a:t>points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926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83579F9-4EFC-14A8-FBDB-4C3C9B330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E3C39FD-C3F3-C5AF-C4F4-A313C13E5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Systems Engineering Management |   Automotive Systems Engineering HHN   |   WS23/24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A188784-3475-0B12-9241-2AB4EB3F0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12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B26A4E7-2213-7513-218F-1A47E71E9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Demo via </a:t>
            </a:r>
            <a:r>
              <a:rPr lang="de-DE" dirty="0" err="1"/>
              <a:t>recorded</a:t>
            </a:r>
            <a:r>
              <a:rPr lang="de-DE" dirty="0"/>
              <a:t> Pictures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085C0CB-4736-5D3B-1777-47F92709FFD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de-DE" dirty="0"/>
              <a:t>Bilder aus verschieden </a:t>
            </a:r>
            <a:r>
              <a:rPr lang="de-DE" dirty="0" err="1"/>
              <a:t>entfernungen</a:t>
            </a:r>
            <a:r>
              <a:rPr lang="de-DE" dirty="0"/>
              <a:t> </a:t>
            </a:r>
            <a:r>
              <a:rPr lang="de-DE" dirty="0" err="1"/>
              <a:t>evtl</a:t>
            </a:r>
            <a:r>
              <a:rPr lang="de-DE" dirty="0"/>
              <a:t> Rotation</a:t>
            </a:r>
          </a:p>
        </p:txBody>
      </p:sp>
    </p:spTree>
    <p:extLst>
      <p:ext uri="{BB962C8B-B14F-4D97-AF65-F5344CB8AC3E}">
        <p14:creationId xmlns:p14="http://schemas.microsoft.com/office/powerpoint/2010/main" val="4181341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6C1B6-43EE-7414-4818-FF38B9A23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A9858AB-21C2-8C87-9622-13F243E1B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53EEB40-DFD3-05CB-3EE5-FF9FA1C3F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Systems Engineering Management |   Automotive Systems Engineering HHN   |   WS23/24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6D95432-D870-89FC-8F98-B64BCBA5F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13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F9CAC66E-6C86-3BAB-E9EE-A599162E1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Demo via </a:t>
            </a:r>
            <a:r>
              <a:rPr lang="de-DE" dirty="0" err="1"/>
              <a:t>recorded</a:t>
            </a:r>
            <a:r>
              <a:rPr lang="de-DE" dirty="0"/>
              <a:t> Pictures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CD6B53D-6EBC-B5B2-9B0E-0C9F53E374F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de-DE" dirty="0"/>
              <a:t>Bilder mit verschiedenen Farbeinflüssen</a:t>
            </a:r>
          </a:p>
        </p:txBody>
      </p:sp>
    </p:spTree>
    <p:extLst>
      <p:ext uri="{BB962C8B-B14F-4D97-AF65-F5344CB8AC3E}">
        <p14:creationId xmlns:p14="http://schemas.microsoft.com/office/powerpoint/2010/main" val="253719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BE497-CD45-AA7A-A1EC-897AD8DB0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0700786-B460-BB3C-5CD4-2333309A1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D763C94-2529-42F3-CF62-B31CBA674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Systems Engineering Management |   Automotive Systems Engineering HHN   |   WS23/24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2F037D0-E6F1-C7B7-8E04-F30C8F4DD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14</a:t>
            </a:fld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3DA498C-DFDD-0F3E-7A22-25F65260D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Demo via live-Pictures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7EAC5C8-464E-5CE4-439A-5DAE3314365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5187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DE6F8A5-277B-47CF-F4ED-BBD90B19E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Campus Sontheim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785F728-4F93-60F6-DFF4-59788ACFE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Systems Engineering Management |   Automotive Systems Engineering HHN   |   WS23/24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E205409-F515-6631-8E23-8ECD54EC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|  </a:t>
            </a:r>
            <a:fld id="{E6B5151A-17C4-4431-8407-112C0160A8B6}" type="slidenum">
              <a:rPr lang="de-DE" smtClean="0"/>
              <a:t>15</a:t>
            </a:fld>
            <a:endParaRPr lang="de-DE"/>
          </a:p>
        </p:txBody>
      </p:sp>
      <p:sp>
        <p:nvSpPr>
          <p:cNvPr id="5" name="Vertikaler Textplatzhalter 4">
            <a:extLst>
              <a:ext uri="{FF2B5EF4-FFF2-40B4-BE49-F238E27FC236}">
                <a16:creationId xmlns:a16="http://schemas.microsoft.com/office/drawing/2014/main" id="{A65D80D3-183A-C265-94AD-4DD98343CE0E}"/>
              </a:ext>
            </a:extLst>
          </p:cNvPr>
          <p:cNvSpPr>
            <a:spLocks noGrp="1"/>
          </p:cNvSpPr>
          <p:nvPr>
            <p:ph type="body" orient="vert" idx="1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Vertikaler Textplatzhalter 5">
            <a:extLst>
              <a:ext uri="{FF2B5EF4-FFF2-40B4-BE49-F238E27FC236}">
                <a16:creationId xmlns:a16="http://schemas.microsoft.com/office/drawing/2014/main" id="{58BBA42D-F569-2C1D-D35A-D0E95E471CA2}"/>
              </a:ext>
            </a:extLst>
          </p:cNvPr>
          <p:cNvSpPr>
            <a:spLocks noGrp="1"/>
          </p:cNvSpPr>
          <p:nvPr>
            <p:ph type="body" orient="vert" idx="14"/>
          </p:nvPr>
        </p:nvSpPr>
        <p:spPr/>
        <p:txBody>
          <a:bodyPr/>
          <a:lstStyle/>
          <a:p>
            <a:r>
              <a:rPr lang="de-DE" dirty="0" err="1"/>
              <a:t>Thanks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Attention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ACF3449C-AC89-B61B-CD7C-CEB6A526F2EB}"/>
              </a:ext>
            </a:extLst>
          </p:cNvPr>
          <p:cNvSpPr>
            <a:spLocks noGrp="1"/>
          </p:cNvSpPr>
          <p:nvPr>
            <p:ph type="pic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7727695"/>
      </p:ext>
    </p:extLst>
  </p:cSld>
  <p:clrMapOvr>
    <a:masterClrMapping/>
  </p:clrMapOvr>
</p:sld>
</file>

<file path=ppt/theme/theme1.xml><?xml version="1.0" encoding="utf-8"?>
<a:theme xmlns:a="http://schemas.openxmlformats.org/drawingml/2006/main" name="PPT_HHN_16x9_DE_02">
  <a:themeElements>
    <a:clrScheme name="Hochschule Heilbronn PPT">
      <a:dk1>
        <a:sysClr val="windowText" lastClr="000000"/>
      </a:dk1>
      <a:lt1>
        <a:sysClr val="window" lastClr="FFFFFF"/>
      </a:lt1>
      <a:dk2>
        <a:srgbClr val="BCBCBC"/>
      </a:dk2>
      <a:lt2>
        <a:srgbClr val="747474"/>
      </a:lt2>
      <a:accent1>
        <a:srgbClr val="002896"/>
      </a:accent1>
      <a:accent2>
        <a:srgbClr val="667EC0"/>
      </a:accent2>
      <a:accent3>
        <a:srgbClr val="99A8D6"/>
      </a:accent3>
      <a:accent4>
        <a:srgbClr val="00727F"/>
      </a:accent4>
      <a:accent5>
        <a:srgbClr val="009BA6"/>
      </a:accent5>
      <a:accent6>
        <a:srgbClr val="7FCBD3"/>
      </a:accent6>
      <a:hlink>
        <a:srgbClr val="000000"/>
      </a:hlink>
      <a:folHlink>
        <a:srgbClr val="000000"/>
      </a:folHlink>
    </a:clrScheme>
    <a:fontScheme name="Hochschule Heilbron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arissa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>
          <a:solidFill>
            <a:schemeClr val="tx1">
              <a:lumMod val="50000"/>
              <a:lumOff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461</Words>
  <Application>Microsoft Office PowerPoint</Application>
  <PresentationFormat>Breitbild</PresentationFormat>
  <Paragraphs>92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PPT_HHN_16x9_DE_02</vt:lpstr>
      <vt:lpstr>PowerPoint-Präsentation</vt:lpstr>
      <vt:lpstr>Agenda</vt:lpstr>
      <vt:lpstr>Project description </vt:lpstr>
      <vt:lpstr>HErausforderungen</vt:lpstr>
      <vt:lpstr>Process descritption - Flow Diagramm</vt:lpstr>
      <vt:lpstr>Process Description – grey frame detection</vt:lpstr>
      <vt:lpstr>Process Description – color Correction</vt:lpstr>
      <vt:lpstr>Process Description – color filtering</vt:lpstr>
      <vt:lpstr>Process Description – Edge Filtering</vt:lpstr>
      <vt:lpstr>Process Description – Merging of results</vt:lpstr>
      <vt:lpstr>Process Description – compensation</vt:lpstr>
      <vt:lpstr>Demo via recorded Pictures</vt:lpstr>
      <vt:lpstr>Demo via recorded Pictures</vt:lpstr>
      <vt:lpstr>Demo via live-Pictures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ProjektLabor Elektronische Systeme</dc:title>
  <dc:creator>Christian Schwaninger</dc:creator>
  <cp:lastModifiedBy>Soens, Tim</cp:lastModifiedBy>
  <cp:revision>27</cp:revision>
  <dcterms:modified xsi:type="dcterms:W3CDTF">2025-01-09T13:03:10Z</dcterms:modified>
</cp:coreProperties>
</file>